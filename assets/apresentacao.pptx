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7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E77D2D-4356-4AA7-826A-B1B85839A13C}" v="25" dt="2026-09-17T16:08:42.6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an Maurício" userId="f7c3b1b3803b085a" providerId="LiveId" clId="{4A609C9D-43C9-44B5-B558-60196742FCB5}"/>
    <pc:docChg chg="undo redo custSel addSld delSld modSld">
      <pc:chgData name="Natan Maurício" userId="f7c3b1b3803b085a" providerId="LiveId" clId="{4A609C9D-43C9-44B5-B558-60196742FCB5}" dt="2026-09-17T16:08:43.167" v="486"/>
      <pc:docMkLst>
        <pc:docMk/>
      </pc:docMkLst>
      <pc:sldChg chg="addSp delSp modSp mod">
        <pc:chgData name="Natan Maurício" userId="f7c3b1b3803b085a" providerId="LiveId" clId="{4A609C9D-43C9-44B5-B558-60196742FCB5}" dt="2026-09-17T16:08:43.167" v="486"/>
        <pc:sldMkLst>
          <pc:docMk/>
          <pc:sldMk cId="0" sldId="256"/>
        </pc:sldMkLst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56"/>
            <ac:spMk id="2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56"/>
            <ac:spMk id="3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56"/>
            <ac:spMk id="6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56"/>
            <ac:spMk id="8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56"/>
            <ac:spMk id="9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56"/>
            <ac:spMk id="11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56"/>
            <ac:spMk id="12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56"/>
            <ac:spMk id="14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56"/>
            <ac:spMk id="15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56"/>
            <ac:spMk id="17" creationId="{00000000-0000-0000-0000-000000000000}"/>
          </ac:spMkLst>
        </pc:spChg>
        <pc:spChg chg="add del mod">
          <ac:chgData name="Natan Maurício" userId="f7c3b1b3803b085a" providerId="LiveId" clId="{4A609C9D-43C9-44B5-B558-60196742FCB5}" dt="2026-09-17T16:08:41.600" v="480"/>
          <ac:spMkLst>
            <pc:docMk/>
            <pc:sldMk cId="0" sldId="256"/>
            <ac:spMk id="19" creationId="{6BD30913-E043-8D8D-8CA7-3A541AB0E52D}"/>
          </ac:spMkLst>
        </pc:spChg>
        <pc:spChg chg="add del mod">
          <ac:chgData name="Natan Maurício" userId="f7c3b1b3803b085a" providerId="LiveId" clId="{4A609C9D-43C9-44B5-B558-60196742FCB5}" dt="2026-09-17T16:08:42.473" v="483"/>
          <ac:spMkLst>
            <pc:docMk/>
            <pc:sldMk cId="0" sldId="256"/>
            <ac:spMk id="20" creationId="{BC4F7496-C1B0-5C1E-DD8E-4F9F69ABA073}"/>
          </ac:spMkLst>
        </pc:spChg>
        <pc:spChg chg="add del mod">
          <ac:chgData name="Natan Maurício" userId="f7c3b1b3803b085a" providerId="LiveId" clId="{4A609C9D-43C9-44B5-B558-60196742FCB5}" dt="2026-09-17T16:08:43.167" v="486"/>
          <ac:spMkLst>
            <pc:docMk/>
            <pc:sldMk cId="0" sldId="256"/>
            <ac:spMk id="21" creationId="{7FDB0D26-EDFA-619E-6307-232CA626C11F}"/>
          </ac:spMkLst>
        </pc:spChg>
        <pc:picChg chg="mod">
          <ac:chgData name="Natan Maurício" userId="f7c3b1b3803b085a" providerId="LiveId" clId="{4A609C9D-43C9-44B5-B558-60196742FCB5}" dt="2026-09-17T15:11:39.467" v="161" actId="1076"/>
          <ac:picMkLst>
            <pc:docMk/>
            <pc:sldMk cId="0" sldId="256"/>
            <ac:picMk id="18" creationId="{00000000-0000-0000-0000-000000000000}"/>
          </ac:picMkLst>
        </pc:picChg>
      </pc:sldChg>
      <pc:sldChg chg="modSp mod">
        <pc:chgData name="Natan Maurício" userId="f7c3b1b3803b085a" providerId="LiveId" clId="{4A609C9D-43C9-44B5-B558-60196742FCB5}" dt="2026-09-17T15:14:08.968" v="206" actId="790"/>
        <pc:sldMkLst>
          <pc:docMk/>
          <pc:sldMk cId="0" sldId="257"/>
        </pc:sldMkLst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57"/>
            <ac:spMk id="6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57"/>
            <ac:spMk id="7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57"/>
            <ac:spMk id="8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57"/>
            <ac:spMk id="10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57"/>
            <ac:spMk id="16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57"/>
            <ac:spMk id="17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57"/>
            <ac:spMk id="21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57"/>
            <ac:spMk id="23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57"/>
            <ac:spMk id="24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57"/>
            <ac:spMk id="30" creationId="{00000000-0000-0000-0000-000000000000}"/>
          </ac:spMkLst>
        </pc:spChg>
      </pc:sldChg>
      <pc:sldChg chg="modSp mod">
        <pc:chgData name="Natan Maurício" userId="f7c3b1b3803b085a" providerId="LiveId" clId="{4A609C9D-43C9-44B5-B558-60196742FCB5}" dt="2026-09-17T15:14:08.968" v="206" actId="790"/>
        <pc:sldMkLst>
          <pc:docMk/>
          <pc:sldMk cId="0" sldId="258"/>
        </pc:sldMkLst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58"/>
            <ac:spMk id="2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58"/>
            <ac:spMk id="3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58"/>
            <ac:spMk id="4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58"/>
            <ac:spMk id="6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58"/>
            <ac:spMk id="7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58"/>
            <ac:spMk id="9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4:56:09.221" v="12" actId="12789"/>
          <ac:spMkLst>
            <pc:docMk/>
            <pc:sldMk cId="0" sldId="258"/>
            <ac:spMk id="10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58"/>
            <ac:spMk id="11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58"/>
            <ac:spMk id="12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58"/>
            <ac:spMk id="13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58"/>
            <ac:spMk id="14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4:56:25.402" v="52" actId="103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4:57:21.495" v="64" actId="790"/>
          <ac:spMkLst>
            <pc:docMk/>
            <pc:sldMk cId="0" sldId="258"/>
            <ac:spMk id="16" creationId="{00000000-0000-0000-0000-000000000000}"/>
          </ac:spMkLst>
        </pc:spChg>
        <pc:picChg chg="mod">
          <ac:chgData name="Natan Maurício" userId="f7c3b1b3803b085a" providerId="LiveId" clId="{4A609C9D-43C9-44B5-B558-60196742FCB5}" dt="2026-09-17T15:12:06.970" v="169" actId="1036"/>
          <ac:picMkLst>
            <pc:docMk/>
            <pc:sldMk cId="0" sldId="258"/>
            <ac:picMk id="17" creationId="{00000000-0000-0000-0000-000000000000}"/>
          </ac:picMkLst>
        </pc:picChg>
      </pc:sldChg>
      <pc:sldChg chg="addSp modSp mod">
        <pc:chgData name="Natan Maurício" userId="f7c3b1b3803b085a" providerId="LiveId" clId="{4A609C9D-43C9-44B5-B558-60196742FCB5}" dt="2026-09-17T15:15:52.951" v="229" actId="12789"/>
        <pc:sldMkLst>
          <pc:docMk/>
          <pc:sldMk cId="0" sldId="259"/>
        </pc:sldMkLst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59"/>
            <ac:spMk id="2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59"/>
            <ac:spMk id="3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59"/>
            <ac:spMk id="7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59"/>
            <ac:spMk id="8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5:42.535" v="227" actId="14100"/>
          <ac:spMkLst>
            <pc:docMk/>
            <pc:sldMk cId="0" sldId="259"/>
            <ac:spMk id="9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59"/>
            <ac:spMk id="10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59"/>
            <ac:spMk id="11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4:57:26.767" v="65" actId="790"/>
          <ac:spMkLst>
            <pc:docMk/>
            <pc:sldMk cId="0" sldId="259"/>
            <ac:spMk id="13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5:29.419" v="225" actId="103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5:19.941" v="216" actId="255"/>
          <ac:spMkLst>
            <pc:docMk/>
            <pc:sldMk cId="0" sldId="259"/>
            <ac:spMk id="15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5:52.951" v="229" actId="12789"/>
          <ac:spMkLst>
            <pc:docMk/>
            <pc:sldMk cId="0" sldId="259"/>
            <ac:spMk id="16" creationId="{00000000-0000-0000-0000-000000000000}"/>
          </ac:spMkLst>
        </pc:spChg>
        <pc:spChg chg="add mod ord">
          <ac:chgData name="Natan Maurício" userId="f7c3b1b3803b085a" providerId="LiveId" clId="{4A609C9D-43C9-44B5-B558-60196742FCB5}" dt="2026-09-17T15:15:52.951" v="229" actId="12789"/>
          <ac:spMkLst>
            <pc:docMk/>
            <pc:sldMk cId="0" sldId="259"/>
            <ac:spMk id="18" creationId="{F4B3B982-CF13-0793-208B-2D6F4AF402AA}"/>
          </ac:spMkLst>
        </pc:spChg>
      </pc:sldChg>
      <pc:sldChg chg="modSp mod">
        <pc:chgData name="Natan Maurício" userId="f7c3b1b3803b085a" providerId="LiveId" clId="{4A609C9D-43C9-44B5-B558-60196742FCB5}" dt="2026-09-17T15:14:08.968" v="206" actId="790"/>
        <pc:sldMkLst>
          <pc:docMk/>
          <pc:sldMk cId="0" sldId="260"/>
        </pc:sldMkLst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60"/>
            <ac:spMk id="4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60"/>
            <ac:spMk id="5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60"/>
            <ac:spMk id="7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60"/>
            <ac:spMk id="11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60"/>
            <ac:spMk id="12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08:21.019" v="133" actId="403"/>
          <ac:spMkLst>
            <pc:docMk/>
            <pc:sldMk cId="0" sldId="260"/>
            <ac:spMk id="13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60"/>
            <ac:spMk id="17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60"/>
            <ac:spMk id="18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60"/>
            <ac:spMk id="21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08:53.985" v="148" actId="403"/>
          <ac:spMkLst>
            <pc:docMk/>
            <pc:sldMk cId="0" sldId="260"/>
            <ac:spMk id="22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60"/>
            <ac:spMk id="23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60"/>
            <ac:spMk id="25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08:57.555" v="150" actId="403"/>
          <ac:spMkLst>
            <pc:docMk/>
            <pc:sldMk cId="0" sldId="260"/>
            <ac:spMk id="27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08:38.714" v="142" actId="255"/>
          <ac:spMkLst>
            <pc:docMk/>
            <pc:sldMk cId="0" sldId="260"/>
            <ac:spMk id="28" creationId="{00000000-0000-0000-0000-000000000000}"/>
          </ac:spMkLst>
        </pc:spChg>
      </pc:sldChg>
      <pc:sldChg chg="modSp del mod">
        <pc:chgData name="Natan Maurício" userId="f7c3b1b3803b085a" providerId="LiveId" clId="{4A609C9D-43C9-44B5-B558-60196742FCB5}" dt="2026-09-17T15:04:51.450" v="109" actId="47"/>
        <pc:sldMkLst>
          <pc:docMk/>
          <pc:sldMk cId="0" sldId="261"/>
        </pc:sldMkLst>
        <pc:spChg chg="mod">
          <ac:chgData name="Natan Maurício" userId="f7c3b1b3803b085a" providerId="LiveId" clId="{4A609C9D-43C9-44B5-B558-60196742FCB5}" dt="2026-09-17T14:57:26.767" v="65" actId="790"/>
          <ac:spMkLst>
            <pc:docMk/>
            <pc:sldMk cId="0" sldId="261"/>
            <ac:spMk id="3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4:57:26.767" v="65" actId="790"/>
          <ac:spMkLst>
            <pc:docMk/>
            <pc:sldMk cId="0" sldId="261"/>
            <ac:spMk id="4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4:57:26.767" v="65" actId="790"/>
          <ac:spMkLst>
            <pc:docMk/>
            <pc:sldMk cId="0" sldId="261"/>
            <ac:spMk id="10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4:57:26.767" v="65" actId="790"/>
          <ac:spMkLst>
            <pc:docMk/>
            <pc:sldMk cId="0" sldId="261"/>
            <ac:spMk id="11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4:57:26.767" v="65" actId="790"/>
          <ac:spMkLst>
            <pc:docMk/>
            <pc:sldMk cId="0" sldId="261"/>
            <ac:spMk id="12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4:57:26.767" v="65" actId="790"/>
          <ac:spMkLst>
            <pc:docMk/>
            <pc:sldMk cId="0" sldId="261"/>
            <ac:spMk id="14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4:57:26.767" v="65" actId="790"/>
          <ac:spMkLst>
            <pc:docMk/>
            <pc:sldMk cId="0" sldId="261"/>
            <ac:spMk id="15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4:57:26.767" v="65" actId="790"/>
          <ac:spMkLst>
            <pc:docMk/>
            <pc:sldMk cId="0" sldId="261"/>
            <ac:spMk id="16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4:57:26.767" v="65" actId="790"/>
          <ac:spMkLst>
            <pc:docMk/>
            <pc:sldMk cId="0" sldId="261"/>
            <ac:spMk id="17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4:57:26.767" v="65" actId="790"/>
          <ac:spMkLst>
            <pc:docMk/>
            <pc:sldMk cId="0" sldId="261"/>
            <ac:spMk id="19" creationId="{00000000-0000-0000-0000-000000000000}"/>
          </ac:spMkLst>
        </pc:spChg>
      </pc:sldChg>
      <pc:sldChg chg="modSp mod">
        <pc:chgData name="Natan Maurício" userId="f7c3b1b3803b085a" providerId="LiveId" clId="{4A609C9D-43C9-44B5-B558-60196742FCB5}" dt="2026-09-17T15:16:37.456" v="232" actId="403"/>
        <pc:sldMkLst>
          <pc:docMk/>
          <pc:sldMk cId="0" sldId="262"/>
        </pc:sldMkLst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62"/>
            <ac:spMk id="4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62"/>
            <ac:spMk id="8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62"/>
            <ac:spMk id="11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3:24.613" v="199" actId="403"/>
          <ac:spMkLst>
            <pc:docMk/>
            <pc:sldMk cId="0" sldId="262"/>
            <ac:spMk id="12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3:25.380" v="200" actId="403"/>
          <ac:spMkLst>
            <pc:docMk/>
            <pc:sldMk cId="0" sldId="262"/>
            <ac:spMk id="13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3:22.277" v="196" actId="403"/>
          <ac:spMkLst>
            <pc:docMk/>
            <pc:sldMk cId="0" sldId="262"/>
            <ac:spMk id="17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6:30.909" v="230" actId="403"/>
          <ac:spMkLst>
            <pc:docMk/>
            <pc:sldMk cId="0" sldId="262"/>
            <ac:spMk id="18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62"/>
            <ac:spMk id="22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6:37.456" v="232" actId="403"/>
          <ac:spMkLst>
            <pc:docMk/>
            <pc:sldMk cId="0" sldId="262"/>
            <ac:spMk id="23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62"/>
            <ac:spMk id="24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62"/>
            <ac:spMk id="26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62"/>
            <ac:spMk id="27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6:35.174" v="231" actId="403"/>
          <ac:spMkLst>
            <pc:docMk/>
            <pc:sldMk cId="0" sldId="262"/>
            <ac:spMk id="28" creationId="{00000000-0000-0000-0000-000000000000}"/>
          </ac:spMkLst>
        </pc:spChg>
      </pc:sldChg>
      <pc:sldChg chg="delSp modSp mod">
        <pc:chgData name="Natan Maurício" userId="f7c3b1b3803b085a" providerId="LiveId" clId="{4A609C9D-43C9-44B5-B558-60196742FCB5}" dt="2026-09-17T15:38:22.096" v="477" actId="403"/>
        <pc:sldMkLst>
          <pc:docMk/>
          <pc:sldMk cId="0" sldId="263"/>
        </pc:sldMkLst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63"/>
            <ac:spMk id="4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63"/>
            <ac:spMk id="5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63"/>
            <ac:spMk id="7" creationId="{00000000-0000-0000-0000-000000000000}"/>
          </ac:spMkLst>
        </pc:spChg>
        <pc:spChg chg="del">
          <ac:chgData name="Natan Maurício" userId="f7c3b1b3803b085a" providerId="LiveId" clId="{4A609C9D-43C9-44B5-B558-60196742FCB5}" dt="2026-09-17T15:31:10.578" v="340" actId="478"/>
          <ac:spMkLst>
            <pc:docMk/>
            <pc:sldMk cId="0" sldId="263"/>
            <ac:spMk id="9" creationId="{00000000-0000-0000-0000-000000000000}"/>
          </ac:spMkLst>
        </pc:spChg>
        <pc:spChg chg="del">
          <ac:chgData name="Natan Maurício" userId="f7c3b1b3803b085a" providerId="LiveId" clId="{4A609C9D-43C9-44B5-B558-60196742FCB5}" dt="2026-09-17T15:31:11.850" v="341" actId="478"/>
          <ac:spMkLst>
            <pc:docMk/>
            <pc:sldMk cId="0" sldId="263"/>
            <ac:spMk id="10" creationId="{00000000-0000-0000-0000-000000000000}"/>
          </ac:spMkLst>
        </pc:spChg>
        <pc:spChg chg="del">
          <ac:chgData name="Natan Maurício" userId="f7c3b1b3803b085a" providerId="LiveId" clId="{4A609C9D-43C9-44B5-B558-60196742FCB5}" dt="2026-09-17T15:31:12.507" v="342" actId="478"/>
          <ac:spMkLst>
            <pc:docMk/>
            <pc:sldMk cId="0" sldId="263"/>
            <ac:spMk id="11" creationId="{00000000-0000-0000-0000-000000000000}"/>
          </ac:spMkLst>
        </pc:spChg>
        <pc:spChg chg="del mod">
          <ac:chgData name="Natan Maurício" userId="f7c3b1b3803b085a" providerId="LiveId" clId="{4A609C9D-43C9-44B5-B558-60196742FCB5}" dt="2026-09-17T15:31:13.611" v="344" actId="478"/>
          <ac:spMkLst>
            <pc:docMk/>
            <pc:sldMk cId="0" sldId="263"/>
            <ac:spMk id="12" creationId="{00000000-0000-0000-0000-000000000000}"/>
          </ac:spMkLst>
        </pc:spChg>
        <pc:spChg chg="del mod">
          <ac:chgData name="Natan Maurício" userId="f7c3b1b3803b085a" providerId="LiveId" clId="{4A609C9D-43C9-44B5-B558-60196742FCB5}" dt="2026-09-17T15:31:14.739" v="346" actId="478"/>
          <ac:spMkLst>
            <pc:docMk/>
            <pc:sldMk cId="0" sldId="263"/>
            <ac:spMk id="13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37:53.573" v="469" actId="1076"/>
          <ac:spMkLst>
            <pc:docMk/>
            <pc:sldMk cId="0" sldId="263"/>
            <ac:spMk id="14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37:48.459" v="467" actId="1076"/>
          <ac:spMkLst>
            <pc:docMk/>
            <pc:sldMk cId="0" sldId="263"/>
            <ac:spMk id="15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37:48.459" v="467" actId="1076"/>
          <ac:spMkLst>
            <pc:docMk/>
            <pc:sldMk cId="0" sldId="263"/>
            <ac:spMk id="16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38:15.987" v="475" actId="403"/>
          <ac:spMkLst>
            <pc:docMk/>
            <pc:sldMk cId="0" sldId="263"/>
            <ac:spMk id="17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38:22.096" v="477" actId="403"/>
          <ac:spMkLst>
            <pc:docMk/>
            <pc:sldMk cId="0" sldId="263"/>
            <ac:spMk id="18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37:35.452" v="380" actId="14100"/>
          <ac:spMkLst>
            <pc:docMk/>
            <pc:sldMk cId="0" sldId="263"/>
            <ac:spMk id="19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38:12.146" v="474" actId="403"/>
          <ac:spMkLst>
            <pc:docMk/>
            <pc:sldMk cId="0" sldId="263"/>
            <ac:spMk id="22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38:08.052" v="473" actId="404"/>
          <ac:spMkLst>
            <pc:docMk/>
            <pc:sldMk cId="0" sldId="263"/>
            <ac:spMk id="23" creationId="{00000000-0000-0000-0000-000000000000}"/>
          </ac:spMkLst>
        </pc:spChg>
        <pc:spChg chg="del">
          <ac:chgData name="Natan Maurício" userId="f7c3b1b3803b085a" providerId="LiveId" clId="{4A609C9D-43C9-44B5-B558-60196742FCB5}" dt="2026-09-17T15:37:12.931" v="371" actId="478"/>
          <ac:spMkLst>
            <pc:docMk/>
            <pc:sldMk cId="0" sldId="263"/>
            <ac:spMk id="24" creationId="{00000000-0000-0000-0000-000000000000}"/>
          </ac:spMkLst>
        </pc:spChg>
        <pc:spChg chg="del">
          <ac:chgData name="Natan Maurício" userId="f7c3b1b3803b085a" providerId="LiveId" clId="{4A609C9D-43C9-44B5-B558-60196742FCB5}" dt="2026-09-17T15:37:14.355" v="373" actId="478"/>
          <ac:spMkLst>
            <pc:docMk/>
            <pc:sldMk cId="0" sldId="263"/>
            <ac:spMk id="25" creationId="{00000000-0000-0000-0000-000000000000}"/>
          </ac:spMkLst>
        </pc:spChg>
        <pc:spChg chg="del mod">
          <ac:chgData name="Natan Maurício" userId="f7c3b1b3803b085a" providerId="LiveId" clId="{4A609C9D-43C9-44B5-B558-60196742FCB5}" dt="2026-09-17T15:37:13.741" v="372" actId="478"/>
          <ac:spMkLst>
            <pc:docMk/>
            <pc:sldMk cId="0" sldId="263"/>
            <ac:spMk id="26" creationId="{00000000-0000-0000-0000-000000000000}"/>
          </ac:spMkLst>
        </pc:spChg>
        <pc:spChg chg="del mod">
          <ac:chgData name="Natan Maurício" userId="f7c3b1b3803b085a" providerId="LiveId" clId="{4A609C9D-43C9-44B5-B558-60196742FCB5}" dt="2026-09-17T15:37:17.716" v="378" actId="478"/>
          <ac:spMkLst>
            <pc:docMk/>
            <pc:sldMk cId="0" sldId="263"/>
            <ac:spMk id="27" creationId="{00000000-0000-0000-0000-000000000000}"/>
          </ac:spMkLst>
        </pc:spChg>
        <pc:spChg chg="del mod">
          <ac:chgData name="Natan Maurício" userId="f7c3b1b3803b085a" providerId="LiveId" clId="{4A609C9D-43C9-44B5-B558-60196742FCB5}" dt="2026-09-17T15:37:16.540" v="377" actId="478"/>
          <ac:spMkLst>
            <pc:docMk/>
            <pc:sldMk cId="0" sldId="263"/>
            <ac:spMk id="28" creationId="{00000000-0000-0000-0000-000000000000}"/>
          </ac:spMkLst>
        </pc:spChg>
      </pc:sldChg>
      <pc:sldChg chg="addSp delSp modSp mod modAnim">
        <pc:chgData name="Natan Maurício" userId="f7c3b1b3803b085a" providerId="LiveId" clId="{4A609C9D-43C9-44B5-B558-60196742FCB5}" dt="2026-09-17T15:26:29.962" v="323" actId="14100"/>
        <pc:sldMkLst>
          <pc:docMk/>
          <pc:sldMk cId="0" sldId="264"/>
        </pc:sldMkLst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64"/>
            <ac:spMk id="2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64"/>
            <ac:spMk id="4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64"/>
            <ac:spMk id="6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64"/>
            <ac:spMk id="7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24:29.385" v="304" actId="165"/>
          <ac:spMkLst>
            <pc:docMk/>
            <pc:sldMk cId="0" sldId="264"/>
            <ac:spMk id="9" creationId="{00000000-0000-0000-0000-000000000000}"/>
          </ac:spMkLst>
        </pc:spChg>
        <pc:spChg chg="del mod">
          <ac:chgData name="Natan Maurício" userId="f7c3b1b3803b085a" providerId="LiveId" clId="{4A609C9D-43C9-44B5-B558-60196742FCB5}" dt="2026-09-17T15:18:42.676" v="246" actId="478"/>
          <ac:spMkLst>
            <pc:docMk/>
            <pc:sldMk cId="0" sldId="264"/>
            <ac:spMk id="11" creationId="{00000000-0000-0000-0000-000000000000}"/>
          </ac:spMkLst>
        </pc:spChg>
        <pc:spChg chg="mod topLvl">
          <ac:chgData name="Natan Maurício" userId="f7c3b1b3803b085a" providerId="LiveId" clId="{4A609C9D-43C9-44B5-B558-60196742FCB5}" dt="2026-09-17T15:24:41.630" v="305" actId="165"/>
          <ac:spMkLst>
            <pc:docMk/>
            <pc:sldMk cId="0" sldId="264"/>
            <ac:spMk id="12" creationId="{00000000-0000-0000-0000-000000000000}"/>
          </ac:spMkLst>
        </pc:spChg>
        <pc:spChg chg="del mod">
          <ac:chgData name="Natan Maurício" userId="f7c3b1b3803b085a" providerId="LiveId" clId="{4A609C9D-43C9-44B5-B558-60196742FCB5}" dt="2026-09-17T15:21:06.642" v="279" actId="478"/>
          <ac:spMkLst>
            <pc:docMk/>
            <pc:sldMk cId="0" sldId="264"/>
            <ac:spMk id="13" creationId="{00000000-0000-0000-0000-000000000000}"/>
          </ac:spMkLst>
        </pc:spChg>
        <pc:spChg chg="del mod">
          <ac:chgData name="Natan Maurício" userId="f7c3b1b3803b085a" providerId="LiveId" clId="{4A609C9D-43C9-44B5-B558-60196742FCB5}" dt="2026-09-17T15:21:07.116" v="280" actId="478"/>
          <ac:spMkLst>
            <pc:docMk/>
            <pc:sldMk cId="0" sldId="264"/>
            <ac:spMk id="14" creationId="{00000000-0000-0000-0000-000000000000}"/>
          </ac:spMkLst>
        </pc:spChg>
        <pc:spChg chg="del">
          <ac:chgData name="Natan Maurício" userId="f7c3b1b3803b085a" providerId="LiveId" clId="{4A609C9D-43C9-44B5-B558-60196742FCB5}" dt="2026-09-17T15:21:07.628" v="281" actId="478"/>
          <ac:spMkLst>
            <pc:docMk/>
            <pc:sldMk cId="0" sldId="264"/>
            <ac:spMk id="15" creationId="{00000000-0000-0000-0000-000000000000}"/>
          </ac:spMkLst>
        </pc:spChg>
        <pc:spChg chg="del mod">
          <ac:chgData name="Natan Maurício" userId="f7c3b1b3803b085a" providerId="LiveId" clId="{4A609C9D-43C9-44B5-B558-60196742FCB5}" dt="2026-09-17T15:21:09.219" v="284" actId="478"/>
          <ac:spMkLst>
            <pc:docMk/>
            <pc:sldMk cId="0" sldId="264"/>
            <ac:spMk id="16" creationId="{00000000-0000-0000-0000-000000000000}"/>
          </ac:spMkLst>
        </pc:spChg>
        <pc:spChg chg="del">
          <ac:chgData name="Natan Maurício" userId="f7c3b1b3803b085a" providerId="LiveId" clId="{4A609C9D-43C9-44B5-B558-60196742FCB5}" dt="2026-09-17T15:20:17.580" v="262" actId="478"/>
          <ac:spMkLst>
            <pc:docMk/>
            <pc:sldMk cId="0" sldId="264"/>
            <ac:spMk id="17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64"/>
            <ac:spMk id="18" creationId="{00000000-0000-0000-0000-000000000000}"/>
          </ac:spMkLst>
        </pc:spChg>
        <pc:spChg chg="add del mod topLvl">
          <ac:chgData name="Natan Maurício" userId="f7c3b1b3803b085a" providerId="LiveId" clId="{4A609C9D-43C9-44B5-B558-60196742FCB5}" dt="2026-09-17T15:26:27.092" v="322" actId="478"/>
          <ac:spMkLst>
            <pc:docMk/>
            <pc:sldMk cId="0" sldId="264"/>
            <ac:spMk id="19" creationId="{00000000-0000-0000-0000-000000000000}"/>
          </ac:spMkLst>
        </pc:spChg>
        <pc:grpChg chg="add mod topLvl">
          <ac:chgData name="Natan Maurício" userId="f7c3b1b3803b085a" providerId="LiveId" clId="{4A609C9D-43C9-44B5-B558-60196742FCB5}" dt="2026-09-17T15:24:29.385" v="304" actId="165"/>
          <ac:grpSpMkLst>
            <pc:docMk/>
            <pc:sldMk cId="0" sldId="264"/>
            <ac:grpSpMk id="23" creationId="{64F398D1-B571-5EDE-5C5A-EC977D449C8C}"/>
          </ac:grpSpMkLst>
        </pc:grpChg>
        <pc:grpChg chg="add del mod topLvl">
          <ac:chgData name="Natan Maurício" userId="f7c3b1b3803b085a" providerId="LiveId" clId="{4A609C9D-43C9-44B5-B558-60196742FCB5}" dt="2026-09-17T15:24:41.630" v="305" actId="165"/>
          <ac:grpSpMkLst>
            <pc:docMk/>
            <pc:sldMk cId="0" sldId="264"/>
            <ac:grpSpMk id="24" creationId="{86A14086-CCDF-9F33-8692-AD677B408FEE}"/>
          </ac:grpSpMkLst>
        </pc:grpChg>
        <pc:grpChg chg="add del mod">
          <ac:chgData name="Natan Maurício" userId="f7c3b1b3803b085a" providerId="LiveId" clId="{4A609C9D-43C9-44B5-B558-60196742FCB5}" dt="2026-09-17T15:24:29.385" v="304" actId="165"/>
          <ac:grpSpMkLst>
            <pc:docMk/>
            <pc:sldMk cId="0" sldId="264"/>
            <ac:grpSpMk id="25" creationId="{7F58330B-45DB-F673-ED49-C6DBFB22823C}"/>
          </ac:grpSpMkLst>
        </pc:grpChg>
        <pc:picChg chg="del">
          <ac:chgData name="Natan Maurício" userId="f7c3b1b3803b085a" providerId="LiveId" clId="{4A609C9D-43C9-44B5-B558-60196742FCB5}" dt="2026-09-17T15:18:23.971" v="237" actId="478"/>
          <ac:picMkLst>
            <pc:docMk/>
            <pc:sldMk cId="0" sldId="264"/>
            <ac:picMk id="10" creationId="{00000000-0000-0000-0000-000000000000}"/>
          </ac:picMkLst>
        </pc:picChg>
        <pc:picChg chg="add mod">
          <ac:chgData name="Natan Maurício" userId="f7c3b1b3803b085a" providerId="LiveId" clId="{4A609C9D-43C9-44B5-B558-60196742FCB5}" dt="2026-09-17T15:24:29.385" v="304" actId="165"/>
          <ac:picMkLst>
            <pc:docMk/>
            <pc:sldMk cId="0" sldId="264"/>
            <ac:picMk id="21" creationId="{819140F5-FE95-69DD-F0DA-CF1225545E71}"/>
          </ac:picMkLst>
        </pc:picChg>
        <pc:picChg chg="add mod topLvl">
          <ac:chgData name="Natan Maurício" userId="f7c3b1b3803b085a" providerId="LiveId" clId="{4A609C9D-43C9-44B5-B558-60196742FCB5}" dt="2026-09-17T15:26:29.962" v="323" actId="14100"/>
          <ac:picMkLst>
            <pc:docMk/>
            <pc:sldMk cId="0" sldId="264"/>
            <ac:picMk id="22" creationId="{8FD14DF7-AFAA-422B-A592-E4F5364ABAE5}"/>
          </ac:picMkLst>
        </pc:picChg>
      </pc:sldChg>
      <pc:sldChg chg="modSp mod">
        <pc:chgData name="Natan Maurício" userId="f7c3b1b3803b085a" providerId="LiveId" clId="{4A609C9D-43C9-44B5-B558-60196742FCB5}" dt="2026-09-17T15:25:46.813" v="320" actId="20577"/>
        <pc:sldMkLst>
          <pc:docMk/>
          <pc:sldMk cId="0" sldId="265"/>
        </pc:sldMkLst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65"/>
            <ac:spMk id="4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65"/>
            <ac:spMk id="5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65"/>
            <ac:spMk id="6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65"/>
            <ac:spMk id="7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25:46.813" v="320" actId="20577"/>
          <ac:spMkLst>
            <pc:docMk/>
            <pc:sldMk cId="0" sldId="265"/>
            <ac:spMk id="9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65"/>
            <ac:spMk id="11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65"/>
            <ac:spMk id="12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65"/>
            <ac:spMk id="13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65"/>
            <ac:spMk id="14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65"/>
            <ac:spMk id="15" creationId="{00000000-0000-0000-0000-000000000000}"/>
          </ac:spMkLst>
        </pc:spChg>
        <pc:picChg chg="mod ord">
          <ac:chgData name="Natan Maurício" userId="f7c3b1b3803b085a" providerId="LiveId" clId="{4A609C9D-43C9-44B5-B558-60196742FCB5}" dt="2026-09-17T15:25:38.715" v="318" actId="1076"/>
          <ac:picMkLst>
            <pc:docMk/>
            <pc:sldMk cId="0" sldId="265"/>
            <ac:picMk id="10" creationId="{00000000-0000-0000-0000-000000000000}"/>
          </ac:picMkLst>
        </pc:picChg>
      </pc:sldChg>
      <pc:sldChg chg="modSp mod">
        <pc:chgData name="Natan Maurício" userId="f7c3b1b3803b085a" providerId="LiveId" clId="{4A609C9D-43C9-44B5-B558-60196742FCB5}" dt="2026-09-17T15:28:55.003" v="339" actId="12789"/>
        <pc:sldMkLst>
          <pc:docMk/>
          <pc:sldMk cId="0" sldId="266"/>
        </pc:sldMkLst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66"/>
            <ac:spMk id="2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66"/>
            <ac:spMk id="3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66"/>
            <ac:spMk id="4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27:31.530" v="329" actId="20577"/>
          <ac:spMkLst>
            <pc:docMk/>
            <pc:sldMk cId="0" sldId="266"/>
            <ac:spMk id="6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66"/>
            <ac:spMk id="9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28:44.042" v="336" actId="12789"/>
          <ac:spMkLst>
            <pc:docMk/>
            <pc:sldMk cId="0" sldId="266"/>
            <ac:spMk id="10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66"/>
            <ac:spMk id="13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66"/>
            <ac:spMk id="14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28:55.003" v="339" actId="12789"/>
          <ac:spMkLst>
            <pc:docMk/>
            <pc:sldMk cId="0" sldId="266"/>
            <ac:spMk id="15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66"/>
            <ac:spMk id="17" creationId="{00000000-0000-0000-0000-000000000000}"/>
          </ac:spMkLst>
        </pc:spChg>
        <pc:picChg chg="mod">
          <ac:chgData name="Natan Maurício" userId="f7c3b1b3803b085a" providerId="LiveId" clId="{4A609C9D-43C9-44B5-B558-60196742FCB5}" dt="2026-09-17T15:28:44.042" v="336" actId="12789"/>
          <ac:picMkLst>
            <pc:docMk/>
            <pc:sldMk cId="0" sldId="266"/>
            <ac:picMk id="11" creationId="{00000000-0000-0000-0000-000000000000}"/>
          </ac:picMkLst>
        </pc:picChg>
        <pc:picChg chg="mod">
          <ac:chgData name="Natan Maurício" userId="f7c3b1b3803b085a" providerId="LiveId" clId="{4A609C9D-43C9-44B5-B558-60196742FCB5}" dt="2026-09-17T15:28:55.003" v="339" actId="12789"/>
          <ac:picMkLst>
            <pc:docMk/>
            <pc:sldMk cId="0" sldId="266"/>
            <ac:picMk id="16" creationId="{00000000-0000-0000-0000-000000000000}"/>
          </ac:picMkLst>
        </pc:picChg>
      </pc:sldChg>
      <pc:sldChg chg="modSp add mod setBg">
        <pc:chgData name="Natan Maurício" userId="f7c3b1b3803b085a" providerId="LiveId" clId="{4A609C9D-43C9-44B5-B558-60196742FCB5}" dt="2026-09-17T15:14:20.464" v="210" actId="404"/>
        <pc:sldMkLst>
          <pc:docMk/>
          <pc:sldMk cId="0" sldId="267"/>
        </pc:sldMkLst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67"/>
            <ac:spMk id="3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67"/>
            <ac:spMk id="5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67"/>
            <ac:spMk id="8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67"/>
            <ac:spMk id="9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67"/>
            <ac:spMk id="10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3:49.766" v="201" actId="255"/>
          <ac:spMkLst>
            <pc:docMk/>
            <pc:sldMk cId="0" sldId="267"/>
            <ac:spMk id="12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13.070" v="207" actId="404"/>
          <ac:spMkLst>
            <pc:docMk/>
            <pc:sldMk cId="0" sldId="267"/>
            <ac:spMk id="13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67"/>
            <ac:spMk id="15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67"/>
            <ac:spMk id="16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8.968" v="206" actId="790"/>
          <ac:spMkLst>
            <pc:docMk/>
            <pc:sldMk cId="0" sldId="267"/>
            <ac:spMk id="17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15.506" v="208" actId="404"/>
          <ac:spMkLst>
            <pc:docMk/>
            <pc:sldMk cId="0" sldId="267"/>
            <ac:spMk id="18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3:55.850" v="203" actId="255"/>
          <ac:spMkLst>
            <pc:docMk/>
            <pc:sldMk cId="0" sldId="267"/>
            <ac:spMk id="22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17.991" v="209" actId="404"/>
          <ac:spMkLst>
            <pc:docMk/>
            <pc:sldMk cId="0" sldId="267"/>
            <ac:spMk id="23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03.994" v="205" actId="255"/>
          <ac:spMkLst>
            <pc:docMk/>
            <pc:sldMk cId="0" sldId="267"/>
            <ac:spMk id="27" creationId="{00000000-0000-0000-0000-000000000000}"/>
          </ac:spMkLst>
        </pc:spChg>
        <pc:spChg chg="mod">
          <ac:chgData name="Natan Maurício" userId="f7c3b1b3803b085a" providerId="LiveId" clId="{4A609C9D-43C9-44B5-B558-60196742FCB5}" dt="2026-09-17T15:14:20.464" v="210" actId="404"/>
          <ac:spMkLst>
            <pc:docMk/>
            <pc:sldMk cId="0" sldId="267"/>
            <ac:spMk id="2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6704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wm_Ol1k0OQg?feature=oembed" TargetMode="Externa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youtube.com/watch?v=wm_Ol1k0OQg" TargetMode="Externa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37160" cy="137160"/>
          </a:xfrm>
          <a:prstGeom prst="ellipse">
            <a:avLst/>
          </a:prstGeom>
          <a:solidFill>
            <a:srgbClr val="FFCC00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740664" y="502920"/>
            <a:ext cx="137160" cy="137160"/>
          </a:xfrm>
          <a:prstGeom prst="ellipse">
            <a:avLst/>
          </a:prstGeom>
          <a:solidFill>
            <a:srgbClr val="FFCC00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2"/>
          <p:cNvSpPr/>
          <p:nvPr/>
        </p:nvSpPr>
        <p:spPr>
          <a:xfrm>
            <a:off x="978408" y="502920"/>
            <a:ext cx="137160" cy="137160"/>
          </a:xfrm>
          <a:prstGeom prst="ellipse">
            <a:avLst/>
          </a:prstGeom>
          <a:solidFill>
            <a:srgbClr val="FFCC00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740664"/>
            <a:ext cx="137160" cy="137160"/>
          </a:xfrm>
          <a:prstGeom prst="ellipse">
            <a:avLst/>
          </a:prstGeom>
          <a:solidFill>
            <a:srgbClr val="FFCC00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740664" y="740664"/>
            <a:ext cx="137160" cy="137160"/>
          </a:xfrm>
          <a:prstGeom prst="ellipse">
            <a:avLst/>
          </a:prstGeom>
          <a:solidFill>
            <a:srgbClr val="FFCC00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7" name="Shape 5"/>
          <p:cNvSpPr/>
          <p:nvPr/>
        </p:nvSpPr>
        <p:spPr>
          <a:xfrm>
            <a:off x="978408" y="740664"/>
            <a:ext cx="137160" cy="137160"/>
          </a:xfrm>
          <a:prstGeom prst="ellipse">
            <a:avLst/>
          </a:prstGeom>
          <a:solidFill>
            <a:srgbClr val="FFCC00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8" name="Shape 6"/>
          <p:cNvSpPr/>
          <p:nvPr/>
        </p:nvSpPr>
        <p:spPr>
          <a:xfrm>
            <a:off x="502920" y="5806440"/>
            <a:ext cx="137160" cy="137160"/>
          </a:xfrm>
          <a:prstGeom prst="ellipse">
            <a:avLst/>
          </a:prstGeom>
          <a:solidFill>
            <a:srgbClr val="D5202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740664" y="5806440"/>
            <a:ext cx="137160" cy="137160"/>
          </a:xfrm>
          <a:prstGeom prst="ellipse">
            <a:avLst/>
          </a:prstGeom>
          <a:solidFill>
            <a:srgbClr val="D5202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978408" y="5806440"/>
            <a:ext cx="137160" cy="137160"/>
          </a:xfrm>
          <a:prstGeom prst="ellipse">
            <a:avLst/>
          </a:prstGeom>
          <a:solidFill>
            <a:srgbClr val="D5202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Shape 9"/>
          <p:cNvSpPr/>
          <p:nvPr/>
        </p:nvSpPr>
        <p:spPr>
          <a:xfrm>
            <a:off x="502920" y="6044184"/>
            <a:ext cx="137160" cy="137160"/>
          </a:xfrm>
          <a:prstGeom prst="ellipse">
            <a:avLst/>
          </a:prstGeom>
          <a:solidFill>
            <a:srgbClr val="D5202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Shape 10"/>
          <p:cNvSpPr/>
          <p:nvPr/>
        </p:nvSpPr>
        <p:spPr>
          <a:xfrm>
            <a:off x="740664" y="6044184"/>
            <a:ext cx="137160" cy="137160"/>
          </a:xfrm>
          <a:prstGeom prst="ellipse">
            <a:avLst/>
          </a:prstGeom>
          <a:solidFill>
            <a:srgbClr val="D5202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Shape 11"/>
          <p:cNvSpPr/>
          <p:nvPr/>
        </p:nvSpPr>
        <p:spPr>
          <a:xfrm>
            <a:off x="978408" y="6044184"/>
            <a:ext cx="137160" cy="137160"/>
          </a:xfrm>
          <a:prstGeom prst="ellipse">
            <a:avLst/>
          </a:prstGeom>
          <a:solidFill>
            <a:srgbClr val="D5202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2"/>
          <p:cNvSpPr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400" b="1" kern="0" spc="300" noProof="0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LEGO MINDSTORMS EV3</a:t>
            </a:r>
            <a:endParaRPr lang="pt-BR" sz="1400" noProof="0" dirty="0"/>
          </a:p>
        </p:txBody>
      </p:sp>
      <p:sp>
        <p:nvSpPr>
          <p:cNvPr id="15" name="Text 13"/>
          <p:cNvSpPr/>
          <p:nvPr/>
        </p:nvSpPr>
        <p:spPr>
          <a:xfrm>
            <a:off x="777240" y="23317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60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MÃO DE FERRO</a:t>
            </a:r>
            <a:endParaRPr lang="pt-BR" sz="6000" noProof="0" dirty="0"/>
          </a:p>
        </p:txBody>
      </p:sp>
      <p:sp>
        <p:nvSpPr>
          <p:cNvPr id="16" name="Text 14"/>
          <p:cNvSpPr/>
          <p:nvPr/>
        </p:nvSpPr>
        <p:spPr>
          <a:xfrm>
            <a:off x="822960" y="36118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000" noProof="0" dirty="0">
                <a:solidFill>
                  <a:srgbClr val="E7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do projeto: </a:t>
            </a:r>
            <a:r>
              <a:rPr lang="pt-BR" sz="2000" noProof="0" dirty="0" err="1">
                <a:solidFill>
                  <a:srgbClr val="E7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</a:t>
            </a:r>
            <a:r>
              <a:rPr lang="pt-BR" sz="2000" noProof="0" dirty="0">
                <a:solidFill>
                  <a:srgbClr val="E7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2000" noProof="0" dirty="0" err="1">
                <a:solidFill>
                  <a:srgbClr val="E7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</a:t>
            </a:r>
            <a:endParaRPr lang="pt-BR" sz="2000" noProof="0" dirty="0"/>
          </a:p>
        </p:txBody>
      </p:sp>
      <p:sp>
        <p:nvSpPr>
          <p:cNvPr id="17" name="Text 15"/>
          <p:cNvSpPr/>
          <p:nvPr/>
        </p:nvSpPr>
        <p:spPr>
          <a:xfrm>
            <a:off x="822960" y="40690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B9B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Braço robótico controlado por botões, com sensores de toque e cor.</a:t>
            </a:r>
            <a:endParaRPr lang="pt-BR" sz="1300" noProof="0" dirty="0"/>
          </a:p>
        </p:txBody>
      </p:sp>
      <p:pic>
        <p:nvPicPr>
          <p:cNvPr id="18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flipH="1">
            <a:off x="6969751" y="2320648"/>
            <a:ext cx="4531378" cy="30396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118872"/>
          </a:xfrm>
          <a:prstGeom prst="ellipse">
            <a:avLst/>
          </a:prstGeom>
          <a:solidFill>
            <a:srgbClr val="D5202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722376" y="457200"/>
            <a:ext cx="118872" cy="118872"/>
          </a:xfrm>
          <a:prstGeom prst="ellipse">
            <a:avLst/>
          </a:prstGeom>
          <a:solidFill>
            <a:srgbClr val="D5202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2"/>
          <p:cNvSpPr/>
          <p:nvPr/>
        </p:nvSpPr>
        <p:spPr>
          <a:xfrm>
            <a:off x="941832" y="457200"/>
            <a:ext cx="118872" cy="118872"/>
          </a:xfrm>
          <a:prstGeom prst="ellipse">
            <a:avLst/>
          </a:prstGeom>
          <a:solidFill>
            <a:srgbClr val="D5202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kern="0" spc="200" noProof="0" dirty="0">
                <a:solidFill>
                  <a:srgbClr val="D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MÃO DE FERRO</a:t>
            </a:r>
            <a:endParaRPr lang="pt-BR" sz="1200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3400" b="1" noProof="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Integrantes</a:t>
            </a:r>
            <a:endParaRPr lang="pt-BR" sz="3400" noProof="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DE FERRO  •  ROBOT ARM EV3</a:t>
            </a:r>
            <a:endParaRPr lang="pt-BR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BR" sz="900" noProof="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pt-BR" sz="900" noProof="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B9B9B">
                <a:alpha val="35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731520" y="2221992"/>
            <a:ext cx="109728" cy="109728"/>
          </a:xfrm>
          <a:prstGeom prst="ellipse">
            <a:avLst/>
          </a:prstGeom>
          <a:solidFill>
            <a:srgbClr val="FFCC00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Shape 9"/>
          <p:cNvSpPr/>
          <p:nvPr/>
        </p:nvSpPr>
        <p:spPr>
          <a:xfrm>
            <a:off x="932688" y="2221992"/>
            <a:ext cx="109728" cy="109728"/>
          </a:xfrm>
          <a:prstGeom prst="ellipse">
            <a:avLst/>
          </a:prstGeom>
          <a:solidFill>
            <a:srgbClr val="FFCC00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Shape 10"/>
          <p:cNvSpPr/>
          <p:nvPr/>
        </p:nvSpPr>
        <p:spPr>
          <a:xfrm>
            <a:off x="1133856" y="2221992"/>
            <a:ext cx="109728" cy="109728"/>
          </a:xfrm>
          <a:prstGeom prst="ellipse">
            <a:avLst/>
          </a:prstGeom>
          <a:solidFill>
            <a:srgbClr val="FFCC00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731520" y="2532888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Brunno Machado dos Santos</a:t>
            </a:r>
            <a:endParaRPr lang="pt-BR" sz="1600" noProof="0" dirty="0"/>
          </a:p>
        </p:txBody>
      </p:sp>
      <p:sp>
        <p:nvSpPr>
          <p:cNvPr id="14" name="Text 12"/>
          <p:cNvSpPr/>
          <p:nvPr/>
        </p:nvSpPr>
        <p:spPr>
          <a:xfrm>
            <a:off x="731520" y="2953512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2401443</a:t>
            </a:r>
            <a:endParaRPr lang="pt-BR" sz="1200" noProof="0" dirty="0"/>
          </a:p>
        </p:txBody>
      </p:sp>
      <p:sp>
        <p:nvSpPr>
          <p:cNvPr id="15" name="Shape 13"/>
          <p:cNvSpPr/>
          <p:nvPr/>
        </p:nvSpPr>
        <p:spPr>
          <a:xfrm>
            <a:off x="5943600" y="196596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B9B9B">
                <a:alpha val="35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Shape 14"/>
          <p:cNvSpPr/>
          <p:nvPr/>
        </p:nvSpPr>
        <p:spPr>
          <a:xfrm>
            <a:off x="6217920" y="2221992"/>
            <a:ext cx="109728" cy="109728"/>
          </a:xfrm>
          <a:prstGeom prst="ellipse">
            <a:avLst/>
          </a:prstGeom>
          <a:solidFill>
            <a:srgbClr val="FFCC00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Shape 15"/>
          <p:cNvSpPr/>
          <p:nvPr/>
        </p:nvSpPr>
        <p:spPr>
          <a:xfrm>
            <a:off x="6419088" y="2221992"/>
            <a:ext cx="109728" cy="109728"/>
          </a:xfrm>
          <a:prstGeom prst="ellipse">
            <a:avLst/>
          </a:prstGeom>
          <a:solidFill>
            <a:srgbClr val="FFCC00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Shape 16"/>
          <p:cNvSpPr/>
          <p:nvPr/>
        </p:nvSpPr>
        <p:spPr>
          <a:xfrm>
            <a:off x="6620256" y="2221992"/>
            <a:ext cx="109728" cy="109728"/>
          </a:xfrm>
          <a:prstGeom prst="ellipse">
            <a:avLst/>
          </a:prstGeom>
          <a:solidFill>
            <a:srgbClr val="FFCC00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Text 17"/>
          <p:cNvSpPr/>
          <p:nvPr/>
        </p:nvSpPr>
        <p:spPr>
          <a:xfrm>
            <a:off x="6217920" y="2532888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Guilherme Freitas Noda Silva</a:t>
            </a:r>
            <a:endParaRPr lang="pt-BR" sz="1600" noProof="0" dirty="0"/>
          </a:p>
        </p:txBody>
      </p:sp>
      <p:sp>
        <p:nvSpPr>
          <p:cNvPr id="20" name="Text 18"/>
          <p:cNvSpPr/>
          <p:nvPr/>
        </p:nvSpPr>
        <p:spPr>
          <a:xfrm>
            <a:off x="6217920" y="2953512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2401030</a:t>
            </a:r>
            <a:endParaRPr lang="pt-BR" sz="1200" noProof="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B9B9B">
                <a:alpha val="35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22" name="Shape 20"/>
          <p:cNvSpPr/>
          <p:nvPr/>
        </p:nvSpPr>
        <p:spPr>
          <a:xfrm>
            <a:off x="731520" y="4005072"/>
            <a:ext cx="109728" cy="109728"/>
          </a:xfrm>
          <a:prstGeom prst="ellipse">
            <a:avLst/>
          </a:prstGeom>
          <a:solidFill>
            <a:srgbClr val="FFCC00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Shape 21"/>
          <p:cNvSpPr/>
          <p:nvPr/>
        </p:nvSpPr>
        <p:spPr>
          <a:xfrm>
            <a:off x="932688" y="4005072"/>
            <a:ext cx="109728" cy="109728"/>
          </a:xfrm>
          <a:prstGeom prst="ellipse">
            <a:avLst/>
          </a:prstGeom>
          <a:solidFill>
            <a:srgbClr val="FFCC00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4" name="Shape 22"/>
          <p:cNvSpPr/>
          <p:nvPr/>
        </p:nvSpPr>
        <p:spPr>
          <a:xfrm>
            <a:off x="1133856" y="4005072"/>
            <a:ext cx="109728" cy="109728"/>
          </a:xfrm>
          <a:prstGeom prst="ellipse">
            <a:avLst/>
          </a:prstGeom>
          <a:solidFill>
            <a:srgbClr val="FFCC00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Text 23"/>
          <p:cNvSpPr/>
          <p:nvPr/>
        </p:nvSpPr>
        <p:spPr>
          <a:xfrm>
            <a:off x="731520" y="4315968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Natan Maurício da Silva</a:t>
            </a:r>
            <a:endParaRPr lang="pt-BR" sz="1600" noProof="0" dirty="0"/>
          </a:p>
        </p:txBody>
      </p:sp>
      <p:sp>
        <p:nvSpPr>
          <p:cNvPr id="26" name="Text 24"/>
          <p:cNvSpPr/>
          <p:nvPr/>
        </p:nvSpPr>
        <p:spPr>
          <a:xfrm>
            <a:off x="731520" y="4736592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2401712</a:t>
            </a:r>
            <a:endParaRPr lang="pt-BR" sz="1200" noProof="0" dirty="0"/>
          </a:p>
        </p:txBody>
      </p:sp>
      <p:sp>
        <p:nvSpPr>
          <p:cNvPr id="27" name="Shape 25"/>
          <p:cNvSpPr/>
          <p:nvPr/>
        </p:nvSpPr>
        <p:spPr>
          <a:xfrm>
            <a:off x="5943600" y="374904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B9B9B">
                <a:alpha val="35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28" name="Shape 26"/>
          <p:cNvSpPr/>
          <p:nvPr/>
        </p:nvSpPr>
        <p:spPr>
          <a:xfrm>
            <a:off x="6217920" y="4005072"/>
            <a:ext cx="109728" cy="109728"/>
          </a:xfrm>
          <a:prstGeom prst="ellipse">
            <a:avLst/>
          </a:prstGeom>
          <a:solidFill>
            <a:srgbClr val="FFCC00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9" name="Shape 27"/>
          <p:cNvSpPr/>
          <p:nvPr/>
        </p:nvSpPr>
        <p:spPr>
          <a:xfrm>
            <a:off x="6419088" y="4005072"/>
            <a:ext cx="109728" cy="109728"/>
          </a:xfrm>
          <a:prstGeom prst="ellipse">
            <a:avLst/>
          </a:prstGeom>
          <a:solidFill>
            <a:srgbClr val="FFCC00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0" name="Shape 28"/>
          <p:cNvSpPr/>
          <p:nvPr/>
        </p:nvSpPr>
        <p:spPr>
          <a:xfrm>
            <a:off x="6620256" y="4005072"/>
            <a:ext cx="109728" cy="109728"/>
          </a:xfrm>
          <a:prstGeom prst="ellipse">
            <a:avLst/>
          </a:prstGeom>
          <a:solidFill>
            <a:srgbClr val="FFCC00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1" name="Text 29"/>
          <p:cNvSpPr/>
          <p:nvPr/>
        </p:nvSpPr>
        <p:spPr>
          <a:xfrm>
            <a:off x="6217920" y="4315968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 Henrique Lopes Piovesan</a:t>
            </a:r>
            <a:endParaRPr lang="pt-BR" sz="1600" noProof="0" dirty="0"/>
          </a:p>
        </p:txBody>
      </p:sp>
      <p:sp>
        <p:nvSpPr>
          <p:cNvPr id="32" name="Text 30"/>
          <p:cNvSpPr/>
          <p:nvPr/>
        </p:nvSpPr>
        <p:spPr>
          <a:xfrm>
            <a:off x="6217920" y="4736592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2401475</a:t>
            </a:r>
            <a:endParaRPr lang="pt-BR" sz="12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118872"/>
          </a:xfrm>
          <a:prstGeom prst="ellipse">
            <a:avLst/>
          </a:prstGeom>
          <a:solidFill>
            <a:srgbClr val="D5202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722376" y="457200"/>
            <a:ext cx="118872" cy="118872"/>
          </a:xfrm>
          <a:prstGeom prst="ellipse">
            <a:avLst/>
          </a:prstGeom>
          <a:solidFill>
            <a:srgbClr val="D5202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2"/>
          <p:cNvSpPr/>
          <p:nvPr/>
        </p:nvSpPr>
        <p:spPr>
          <a:xfrm>
            <a:off x="941832" y="457200"/>
            <a:ext cx="118872" cy="118872"/>
          </a:xfrm>
          <a:prstGeom prst="ellipse">
            <a:avLst/>
          </a:prstGeom>
          <a:solidFill>
            <a:srgbClr val="D5202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kern="0" spc="200" noProof="0" dirty="0">
                <a:solidFill>
                  <a:srgbClr val="D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BUSCAMOS</a:t>
            </a:r>
            <a:endParaRPr lang="pt-BR" sz="1200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3400" b="1" noProof="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pt-BR" sz="3400" noProof="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DE FERRO  •  ROBOT ARM EV3</a:t>
            </a:r>
            <a:endParaRPr lang="pt-BR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BR" sz="900" noProof="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pt-BR" sz="900" noProof="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11274552" cy="1187857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9B9B9B">
                <a:alpha val="30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768096" y="2123392"/>
            <a:ext cx="10652760" cy="6901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5000"/>
              </a:lnSpc>
              <a:buNone/>
            </a:pPr>
            <a:r>
              <a:rPr lang="pt-BR" sz="1500" noProof="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um braço robótico funcional, modelo </a:t>
            </a:r>
            <a:r>
              <a:rPr lang="pt-BR" sz="1500" noProof="0" dirty="0" err="1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</a:t>
            </a:r>
            <a:r>
              <a:rPr lang="pt-BR" sz="1500" noProof="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500" noProof="0" dirty="0" err="1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</a:t>
            </a:r>
            <a:r>
              <a:rPr lang="pt-BR" sz="1500" noProof="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utilizando o kit LEGO </a:t>
            </a:r>
            <a:r>
              <a:rPr lang="pt-BR" sz="1500" noProof="0" dirty="0" err="1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Mindstorms</a:t>
            </a:r>
            <a:r>
              <a:rPr lang="pt-BR" sz="1500" noProof="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EV3, capaz de ser operado manualmente pelos botões do hub para elevar, girar e manipular objetos com uma garra mecânica.</a:t>
            </a:r>
            <a:endParaRPr lang="pt-BR" sz="1500" noProof="0" dirty="0"/>
          </a:p>
        </p:txBody>
      </p:sp>
      <p:sp>
        <p:nvSpPr>
          <p:cNvPr id="11" name="Shape 9"/>
          <p:cNvSpPr/>
          <p:nvPr/>
        </p:nvSpPr>
        <p:spPr>
          <a:xfrm>
            <a:off x="457200" y="3336697"/>
            <a:ext cx="11274552" cy="2698343"/>
          </a:xfrm>
          <a:prstGeom prst="roundRect">
            <a:avLst>
              <a:gd name="adj" fmla="val 3774"/>
            </a:avLst>
          </a:prstGeom>
          <a:solidFill>
            <a:srgbClr val="1A1B1F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Shape 10"/>
          <p:cNvSpPr/>
          <p:nvPr/>
        </p:nvSpPr>
        <p:spPr>
          <a:xfrm>
            <a:off x="777240" y="3617226"/>
            <a:ext cx="118872" cy="118872"/>
          </a:xfrm>
          <a:prstGeom prst="ellipse">
            <a:avLst/>
          </a:prstGeom>
          <a:solidFill>
            <a:srgbClr val="FFCC00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Shape 11"/>
          <p:cNvSpPr/>
          <p:nvPr/>
        </p:nvSpPr>
        <p:spPr>
          <a:xfrm>
            <a:off x="996696" y="3617226"/>
            <a:ext cx="118872" cy="118872"/>
          </a:xfrm>
          <a:prstGeom prst="ellipse">
            <a:avLst/>
          </a:prstGeom>
          <a:solidFill>
            <a:srgbClr val="FFCC00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Shape 12"/>
          <p:cNvSpPr/>
          <p:nvPr/>
        </p:nvSpPr>
        <p:spPr>
          <a:xfrm>
            <a:off x="1216152" y="3617226"/>
            <a:ext cx="118872" cy="118872"/>
          </a:xfrm>
          <a:prstGeom prst="ellipse">
            <a:avLst/>
          </a:prstGeom>
          <a:solidFill>
            <a:srgbClr val="FFCC00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777240" y="3891546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kern="0" spc="150" noProof="0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 O PROJETO AJUDA</a:t>
            </a:r>
            <a:endParaRPr lang="pt-BR" sz="1200" noProof="0" dirty="0"/>
          </a:p>
        </p:txBody>
      </p:sp>
      <p:sp>
        <p:nvSpPr>
          <p:cNvPr id="16" name="Text 14"/>
          <p:cNvSpPr/>
          <p:nvPr/>
        </p:nvSpPr>
        <p:spPr>
          <a:xfrm>
            <a:off x="768096" y="4194158"/>
            <a:ext cx="8001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5000"/>
              </a:lnSpc>
              <a:buNone/>
            </a:pPr>
            <a:r>
              <a:rPr lang="pt-BR" sz="1600" noProof="0" dirty="0">
                <a:solidFill>
                  <a:srgbClr val="E7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de manipular, posicionar e transportar pequenos objetos costumam ser repetitivas e sujeitas a erro quando feitas manualmente. O </a:t>
            </a:r>
            <a:r>
              <a:rPr lang="pt-BR" sz="1600" noProof="0" dirty="0" err="1">
                <a:solidFill>
                  <a:srgbClr val="E7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</a:t>
            </a:r>
            <a:r>
              <a:rPr lang="pt-BR" sz="1600" noProof="0" dirty="0">
                <a:solidFill>
                  <a:srgbClr val="E7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600" noProof="0" dirty="0" err="1">
                <a:solidFill>
                  <a:srgbClr val="E7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</a:t>
            </a:r>
            <a:r>
              <a:rPr lang="pt-BR" sz="1600" noProof="0" dirty="0">
                <a:solidFill>
                  <a:srgbClr val="E7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demonstra, em escala reduzida, como um braço robótico automatiza esse tipo de tarefa com precisão, o mesmo princípio usado em linhas de produção industriais.</a:t>
            </a:r>
            <a:endParaRPr lang="pt-BR" sz="1600" noProof="0" dirty="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015984" y="3822053"/>
            <a:ext cx="2468880" cy="16561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7">
            <a:extLst>
              <a:ext uri="{FF2B5EF4-FFF2-40B4-BE49-F238E27FC236}">
                <a16:creationId xmlns:a16="http://schemas.microsoft.com/office/drawing/2014/main" id="{F4B3B982-CF13-0793-208B-2D6F4AF402AA}"/>
              </a:ext>
            </a:extLst>
          </p:cNvPr>
          <p:cNvSpPr/>
          <p:nvPr/>
        </p:nvSpPr>
        <p:spPr>
          <a:xfrm>
            <a:off x="457200" y="4122044"/>
            <a:ext cx="11292840" cy="2077587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9B9B9B">
                <a:alpha val="30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2" name="Shape 0"/>
          <p:cNvSpPr/>
          <p:nvPr/>
        </p:nvSpPr>
        <p:spPr>
          <a:xfrm>
            <a:off x="502920" y="457200"/>
            <a:ext cx="118872" cy="118872"/>
          </a:xfrm>
          <a:prstGeom prst="ellipse">
            <a:avLst/>
          </a:prstGeom>
          <a:solidFill>
            <a:srgbClr val="D5202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722376" y="457200"/>
            <a:ext cx="118872" cy="118872"/>
          </a:xfrm>
          <a:prstGeom prst="ellipse">
            <a:avLst/>
          </a:prstGeom>
          <a:solidFill>
            <a:srgbClr val="D5202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2"/>
          <p:cNvSpPr/>
          <p:nvPr/>
        </p:nvSpPr>
        <p:spPr>
          <a:xfrm>
            <a:off x="941832" y="457200"/>
            <a:ext cx="118872" cy="118872"/>
          </a:xfrm>
          <a:prstGeom prst="ellipse">
            <a:avLst/>
          </a:prstGeom>
          <a:solidFill>
            <a:srgbClr val="D5202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kern="0" spc="200" noProof="0" dirty="0">
                <a:solidFill>
                  <a:srgbClr val="D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DO PROJETO</a:t>
            </a:r>
            <a:endParaRPr lang="pt-BR" sz="1200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3400" b="1" noProof="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Introdução</a:t>
            </a:r>
            <a:endParaRPr lang="pt-BR" sz="3400" noProof="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DE FERRO  •  ROBOT ARM EV3</a:t>
            </a:r>
            <a:endParaRPr lang="pt-BR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BR" sz="900" noProof="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pt-BR" sz="900" noProof="0" dirty="0"/>
          </a:p>
        </p:txBody>
      </p:sp>
      <p:sp>
        <p:nvSpPr>
          <p:cNvPr id="9" name="Shape 7"/>
          <p:cNvSpPr/>
          <p:nvPr/>
        </p:nvSpPr>
        <p:spPr>
          <a:xfrm>
            <a:off x="457200" y="1920239"/>
            <a:ext cx="11292840" cy="1973204"/>
          </a:xfrm>
          <a:prstGeom prst="roundRect">
            <a:avLst>
              <a:gd name="adj" fmla="val 5806"/>
            </a:avLst>
          </a:prstGeom>
          <a:solidFill>
            <a:srgbClr val="1A1B1F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731520" y="2148840"/>
            <a:ext cx="118872" cy="118872"/>
          </a:xfrm>
          <a:prstGeom prst="ellipse">
            <a:avLst/>
          </a:prstGeom>
          <a:solidFill>
            <a:srgbClr val="FFCC00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Shape 9"/>
          <p:cNvSpPr/>
          <p:nvPr/>
        </p:nvSpPr>
        <p:spPr>
          <a:xfrm>
            <a:off x="950976" y="2148840"/>
            <a:ext cx="118872" cy="118872"/>
          </a:xfrm>
          <a:prstGeom prst="ellipse">
            <a:avLst/>
          </a:prstGeom>
          <a:solidFill>
            <a:srgbClr val="FFCC00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Shape 10"/>
          <p:cNvSpPr/>
          <p:nvPr/>
        </p:nvSpPr>
        <p:spPr>
          <a:xfrm>
            <a:off x="1170432" y="2148840"/>
            <a:ext cx="118872" cy="118872"/>
          </a:xfrm>
          <a:prstGeom prst="ellipse">
            <a:avLst/>
          </a:prstGeom>
          <a:solidFill>
            <a:srgbClr val="FFCC00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Shape 11"/>
          <p:cNvSpPr/>
          <p:nvPr/>
        </p:nvSpPr>
        <p:spPr>
          <a:xfrm>
            <a:off x="1389888" y="2148840"/>
            <a:ext cx="118872" cy="118872"/>
          </a:xfrm>
          <a:prstGeom prst="ellipse">
            <a:avLst/>
          </a:prstGeom>
          <a:solidFill>
            <a:srgbClr val="FFCC00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2"/>
          <p:cNvSpPr/>
          <p:nvPr/>
        </p:nvSpPr>
        <p:spPr>
          <a:xfrm>
            <a:off x="731520" y="24333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um braço robótico?</a:t>
            </a:r>
            <a:endParaRPr lang="pt-BR" sz="1600" noProof="0" dirty="0">
              <a:solidFill>
                <a:srgbClr val="FFCC0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792480" y="2816351"/>
            <a:ext cx="10607040" cy="703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pt-BR" sz="1400" noProof="0" dirty="0">
                <a:solidFill>
                  <a:srgbClr val="D8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Braços robóticos estão entre as aplicações mais difundidas da automação industrial, usados em linhas de produção para separar, montar e posicionar peças.</a:t>
            </a:r>
            <a:endParaRPr lang="pt-BR" sz="1400" noProof="0" dirty="0"/>
          </a:p>
        </p:txBody>
      </p:sp>
      <p:sp>
        <p:nvSpPr>
          <p:cNvPr id="16" name="Text 14"/>
          <p:cNvSpPr/>
          <p:nvPr/>
        </p:nvSpPr>
        <p:spPr>
          <a:xfrm>
            <a:off x="795528" y="4431906"/>
            <a:ext cx="10616184" cy="14578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pt-BR" sz="1400" noProof="0" dirty="0"/>
              <a:t>O modelo </a:t>
            </a:r>
            <a:r>
              <a:rPr lang="pt-BR" sz="1400" noProof="0" dirty="0" err="1"/>
              <a:t>Robot</a:t>
            </a:r>
            <a:r>
              <a:rPr lang="pt-BR" sz="1400" noProof="0" dirty="0"/>
              <a:t> </a:t>
            </a:r>
            <a:r>
              <a:rPr lang="pt-BR" sz="1400" noProof="0" dirty="0" err="1"/>
              <a:t>Arm</a:t>
            </a:r>
            <a:r>
              <a:rPr lang="pt-BR" sz="1400" noProof="0" dirty="0"/>
              <a:t> do LEGO </a:t>
            </a:r>
            <a:r>
              <a:rPr lang="pt-BR" sz="1400" noProof="0" dirty="0" err="1"/>
              <a:t>Mindstorms</a:t>
            </a:r>
            <a:r>
              <a:rPr lang="pt-BR" sz="1400" noProof="0" dirty="0"/>
              <a:t> EV3 é uma excelente porta de entrada para esses conceitos. Ele permite explorar, em escala reduzida, os principais desafios de um sistema robótico real, como o acionamento de múltiplos motores, a leitura de sensores e a definição de uma posição de referência para cada eixo, unindo hardware e programação embarcada (</a:t>
            </a:r>
            <a:r>
              <a:rPr lang="pt-BR" sz="1400" noProof="0" dirty="0" err="1"/>
              <a:t>Pybricks</a:t>
            </a:r>
            <a:r>
              <a:rPr lang="pt-BR" sz="1400" noProof="0" dirty="0"/>
              <a:t> / </a:t>
            </a:r>
            <a:r>
              <a:rPr lang="pt-BR" sz="1400" noProof="0" dirty="0" err="1"/>
              <a:t>MicroPython</a:t>
            </a:r>
            <a:r>
              <a:rPr lang="pt-BR" sz="1400" noProof="0" dirty="0"/>
              <a:t>) em um único protótipo funcional. É uma base sólida para entender, na prática, como a automação melhora a precisão e a repetibilidade de tarefas de manipulação de objetos.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118872"/>
          </a:xfrm>
          <a:prstGeom prst="ellipse">
            <a:avLst/>
          </a:prstGeom>
          <a:solidFill>
            <a:srgbClr val="D5202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722376" y="457200"/>
            <a:ext cx="118872" cy="118872"/>
          </a:xfrm>
          <a:prstGeom prst="ellipse">
            <a:avLst/>
          </a:prstGeom>
          <a:solidFill>
            <a:srgbClr val="D5202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2"/>
          <p:cNvSpPr/>
          <p:nvPr/>
        </p:nvSpPr>
        <p:spPr>
          <a:xfrm>
            <a:off x="941832" y="457200"/>
            <a:ext cx="118872" cy="118872"/>
          </a:xfrm>
          <a:prstGeom prst="ellipse">
            <a:avLst/>
          </a:prstGeom>
          <a:solidFill>
            <a:srgbClr val="D5202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kern="0" spc="200" noProof="0" dirty="0">
                <a:solidFill>
                  <a:srgbClr val="D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CHEGAMOS LÁ</a:t>
            </a:r>
            <a:endParaRPr lang="pt-BR" sz="1200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3400" b="1" noProof="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Desenvolvimento</a:t>
            </a:r>
            <a:endParaRPr lang="pt-BR" sz="3400" noProof="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DE FERRO  •  ROBOT ARM EV3</a:t>
            </a:r>
            <a:endParaRPr lang="pt-BR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BR" sz="900" noProof="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pt-BR" sz="900" noProof="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B9B9B">
                <a:alpha val="30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1371600" y="242316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D5202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1371600" y="24231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2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pt-BR" sz="2200" noProof="0" dirty="0"/>
          </a:p>
        </p:txBody>
      </p:sp>
      <p:sp>
        <p:nvSpPr>
          <p:cNvPr id="12" name="Text 10"/>
          <p:cNvSpPr/>
          <p:nvPr/>
        </p:nvSpPr>
        <p:spPr>
          <a:xfrm>
            <a:off x="621792" y="3429000"/>
            <a:ext cx="227685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pt-BR" b="1" noProof="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</a:t>
            </a:r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621792" y="4206240"/>
            <a:ext cx="227685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pt-BR" sz="1600" noProof="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protótipo é capaz de fazer</a:t>
            </a:r>
            <a:r>
              <a:rPr lang="pt-BR" sz="1150" noProof="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pt-BR" sz="1150" noProof="0" dirty="0"/>
          </a:p>
        </p:txBody>
      </p:sp>
      <p:sp>
        <p:nvSpPr>
          <p:cNvPr id="14" name="Shape 12"/>
          <p:cNvSpPr/>
          <p:nvPr/>
        </p:nvSpPr>
        <p:spPr>
          <a:xfrm>
            <a:off x="3319272" y="21488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B9B9B">
                <a:alpha val="30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3"/>
          <p:cNvSpPr/>
          <p:nvPr/>
        </p:nvSpPr>
        <p:spPr>
          <a:xfrm>
            <a:off x="4233672" y="242316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FFCC00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/>
          <p:nvPr/>
        </p:nvSpPr>
        <p:spPr>
          <a:xfrm>
            <a:off x="4233672" y="24231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200" b="1" noProof="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pt-BR" sz="2200" noProof="0" dirty="0"/>
          </a:p>
        </p:txBody>
      </p:sp>
      <p:sp>
        <p:nvSpPr>
          <p:cNvPr id="17" name="Text 15"/>
          <p:cNvSpPr/>
          <p:nvPr/>
        </p:nvSpPr>
        <p:spPr>
          <a:xfrm>
            <a:off x="3483864" y="3383280"/>
            <a:ext cx="22768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pt-BR" b="1" noProof="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Problemas e Desafios</a:t>
            </a:r>
            <a:endParaRPr lang="pt-BR" noProof="0" dirty="0"/>
          </a:p>
        </p:txBody>
      </p:sp>
      <p:sp>
        <p:nvSpPr>
          <p:cNvPr id="18" name="Text 16"/>
          <p:cNvSpPr/>
          <p:nvPr/>
        </p:nvSpPr>
        <p:spPr>
          <a:xfrm>
            <a:off x="3483864" y="4206240"/>
            <a:ext cx="227685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pt-BR" sz="1600" noProof="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Obstáculos enfrentados no caminho.</a:t>
            </a:r>
            <a:endParaRPr lang="pt-BR" sz="1600" noProof="0" dirty="0"/>
          </a:p>
        </p:txBody>
      </p:sp>
      <p:sp>
        <p:nvSpPr>
          <p:cNvPr id="19" name="Shape 17"/>
          <p:cNvSpPr/>
          <p:nvPr/>
        </p:nvSpPr>
        <p:spPr>
          <a:xfrm>
            <a:off x="6181344" y="21488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B9B9B">
                <a:alpha val="30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8"/>
          <p:cNvSpPr/>
          <p:nvPr/>
        </p:nvSpPr>
        <p:spPr>
          <a:xfrm>
            <a:off x="7095744" y="242316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D5202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7095744" y="24231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2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pt-BR" sz="2200" noProof="0" dirty="0"/>
          </a:p>
        </p:txBody>
      </p:sp>
      <p:sp>
        <p:nvSpPr>
          <p:cNvPr id="22" name="Text 20"/>
          <p:cNvSpPr/>
          <p:nvPr/>
        </p:nvSpPr>
        <p:spPr>
          <a:xfrm>
            <a:off x="6345936" y="3383280"/>
            <a:ext cx="22768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pt-BR" b="1" noProof="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Conhecimento Adquirido</a:t>
            </a:r>
            <a:endParaRPr lang="pt-BR" noProof="0" dirty="0"/>
          </a:p>
        </p:txBody>
      </p:sp>
      <p:sp>
        <p:nvSpPr>
          <p:cNvPr id="23" name="Text 21"/>
          <p:cNvSpPr/>
          <p:nvPr/>
        </p:nvSpPr>
        <p:spPr>
          <a:xfrm>
            <a:off x="6345936" y="4206240"/>
            <a:ext cx="227685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pt-BR" sz="1600" noProof="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equipe aprendeu no processo.</a:t>
            </a:r>
            <a:endParaRPr lang="pt-BR" sz="1600" noProof="0" dirty="0"/>
          </a:p>
        </p:txBody>
      </p:sp>
      <p:sp>
        <p:nvSpPr>
          <p:cNvPr id="24" name="Shape 22"/>
          <p:cNvSpPr/>
          <p:nvPr/>
        </p:nvSpPr>
        <p:spPr>
          <a:xfrm>
            <a:off x="9043416" y="21488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B9B9B">
                <a:alpha val="30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Shape 23"/>
          <p:cNvSpPr/>
          <p:nvPr/>
        </p:nvSpPr>
        <p:spPr>
          <a:xfrm>
            <a:off x="9957816" y="242316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FFCC00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6" name="Text 24"/>
          <p:cNvSpPr/>
          <p:nvPr/>
        </p:nvSpPr>
        <p:spPr>
          <a:xfrm>
            <a:off x="9957816" y="24231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200" b="1" noProof="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pt-BR" sz="2200" noProof="0" dirty="0"/>
          </a:p>
        </p:txBody>
      </p:sp>
      <p:sp>
        <p:nvSpPr>
          <p:cNvPr id="27" name="Text 25"/>
          <p:cNvSpPr/>
          <p:nvPr/>
        </p:nvSpPr>
        <p:spPr>
          <a:xfrm>
            <a:off x="9208008" y="3383280"/>
            <a:ext cx="22768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pt-BR" b="1" noProof="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Obtidos</a:t>
            </a:r>
            <a:endParaRPr lang="pt-BR" noProof="0" dirty="0"/>
          </a:p>
        </p:txBody>
      </p:sp>
      <p:sp>
        <p:nvSpPr>
          <p:cNvPr id="28" name="Text 26"/>
          <p:cNvSpPr/>
          <p:nvPr/>
        </p:nvSpPr>
        <p:spPr>
          <a:xfrm>
            <a:off x="9208008" y="4206240"/>
            <a:ext cx="227685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pt-BR" sz="1600" noProof="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protótipo finalizado em ação.</a:t>
            </a:r>
            <a:endParaRPr lang="pt-BR" sz="16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118872"/>
          </a:xfrm>
          <a:prstGeom prst="ellipse">
            <a:avLst/>
          </a:prstGeom>
          <a:solidFill>
            <a:srgbClr val="D5202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722376" y="457200"/>
            <a:ext cx="118872" cy="118872"/>
          </a:xfrm>
          <a:prstGeom prst="ellipse">
            <a:avLst/>
          </a:prstGeom>
          <a:solidFill>
            <a:srgbClr val="D5202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2"/>
          <p:cNvSpPr/>
          <p:nvPr/>
        </p:nvSpPr>
        <p:spPr>
          <a:xfrm>
            <a:off x="941832" y="457200"/>
            <a:ext cx="118872" cy="118872"/>
          </a:xfrm>
          <a:prstGeom prst="ellipse">
            <a:avLst/>
          </a:prstGeom>
          <a:solidFill>
            <a:srgbClr val="D5202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kern="0" spc="200" noProof="0" dirty="0">
                <a:solidFill>
                  <a:srgbClr val="D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· 01</a:t>
            </a:r>
            <a:endParaRPr lang="pt-BR" sz="1200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3400" b="1" noProof="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</a:t>
            </a:r>
            <a:endParaRPr lang="pt-BR" sz="3400" noProof="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DE FERRO  •  ROBOT ARM EV3</a:t>
            </a:r>
            <a:endParaRPr lang="pt-BR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BR" sz="900" noProof="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pt-BR" sz="900" noProof="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B9B9B">
                <a:alpha val="30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713232" y="2194560"/>
            <a:ext cx="109728" cy="109728"/>
          </a:xfrm>
          <a:prstGeom prst="ellipse">
            <a:avLst/>
          </a:prstGeom>
          <a:solidFill>
            <a:srgbClr val="D5202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Shape 9"/>
          <p:cNvSpPr/>
          <p:nvPr/>
        </p:nvSpPr>
        <p:spPr>
          <a:xfrm>
            <a:off x="914400" y="2194560"/>
            <a:ext cx="109728" cy="109728"/>
          </a:xfrm>
          <a:prstGeom prst="ellipse">
            <a:avLst/>
          </a:prstGeom>
          <a:solidFill>
            <a:srgbClr val="D5202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/>
          <p:nvPr/>
        </p:nvSpPr>
        <p:spPr>
          <a:xfrm>
            <a:off x="713232" y="2468880"/>
            <a:ext cx="4882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450" b="1" noProof="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Calibração automática</a:t>
            </a:r>
            <a:endParaRPr lang="pt-BR" sz="1450" noProof="0" dirty="0"/>
          </a:p>
        </p:txBody>
      </p:sp>
      <p:sp>
        <p:nvSpPr>
          <p:cNvPr id="13" name="Text 11"/>
          <p:cNvSpPr/>
          <p:nvPr/>
        </p:nvSpPr>
        <p:spPr>
          <a:xfrm>
            <a:off x="713232" y="2880360"/>
            <a:ext cx="48828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pt-BR" sz="1200" noProof="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de toque e cor identificam as posições iniciais da base e do braço; após a detecção, os ângulos dos motores são zerados, com limites de segurança durante a busca.</a:t>
            </a:r>
            <a:endParaRPr lang="pt-BR" sz="1200" noProof="0" dirty="0"/>
          </a:p>
        </p:txBody>
      </p:sp>
      <p:sp>
        <p:nvSpPr>
          <p:cNvPr id="14" name="Shape 12"/>
          <p:cNvSpPr/>
          <p:nvPr/>
        </p:nvSpPr>
        <p:spPr>
          <a:xfrm>
            <a:off x="6309360" y="196596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B9B9B">
                <a:alpha val="30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3"/>
          <p:cNvSpPr/>
          <p:nvPr/>
        </p:nvSpPr>
        <p:spPr>
          <a:xfrm>
            <a:off x="6565392" y="2194560"/>
            <a:ext cx="109728" cy="109728"/>
          </a:xfrm>
          <a:prstGeom prst="ellipse">
            <a:avLst/>
          </a:prstGeom>
          <a:solidFill>
            <a:srgbClr val="FFCC00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Shape 14"/>
          <p:cNvSpPr/>
          <p:nvPr/>
        </p:nvSpPr>
        <p:spPr>
          <a:xfrm>
            <a:off x="6766560" y="2194560"/>
            <a:ext cx="109728" cy="109728"/>
          </a:xfrm>
          <a:prstGeom prst="ellipse">
            <a:avLst/>
          </a:prstGeom>
          <a:solidFill>
            <a:srgbClr val="FFCC00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6565392" y="2468880"/>
            <a:ext cx="4882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450" b="1" noProof="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manual pelos botões do EV3</a:t>
            </a:r>
            <a:endParaRPr lang="pt-BR" sz="1450" noProof="0" dirty="0"/>
          </a:p>
        </p:txBody>
      </p:sp>
      <p:sp>
        <p:nvSpPr>
          <p:cNvPr id="18" name="Text 16"/>
          <p:cNvSpPr/>
          <p:nvPr/>
        </p:nvSpPr>
        <p:spPr>
          <a:xfrm>
            <a:off x="6565392" y="2880360"/>
            <a:ext cx="48828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pt-BR" sz="1200" noProof="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/ DOWN elevam ou abaixam o braço dentro de limites de segurança; LEFT / RIGHT giram a base continuamente enquanto pressionados.</a:t>
            </a:r>
            <a:endParaRPr lang="pt-BR" sz="1200" noProof="0" dirty="0"/>
          </a:p>
        </p:txBody>
      </p:sp>
      <p:sp>
        <p:nvSpPr>
          <p:cNvPr id="19" name="Shape 17"/>
          <p:cNvSpPr/>
          <p:nvPr/>
        </p:nvSpPr>
        <p:spPr>
          <a:xfrm>
            <a:off x="457200" y="406908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B9B9B">
                <a:alpha val="30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8"/>
          <p:cNvSpPr/>
          <p:nvPr/>
        </p:nvSpPr>
        <p:spPr>
          <a:xfrm>
            <a:off x="713232" y="4297680"/>
            <a:ext cx="109728" cy="109728"/>
          </a:xfrm>
          <a:prstGeom prst="ellipse">
            <a:avLst/>
          </a:prstGeom>
          <a:solidFill>
            <a:srgbClr val="D5202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Shape 19"/>
          <p:cNvSpPr/>
          <p:nvPr/>
        </p:nvSpPr>
        <p:spPr>
          <a:xfrm>
            <a:off x="914400" y="4297680"/>
            <a:ext cx="109728" cy="109728"/>
          </a:xfrm>
          <a:prstGeom prst="ellipse">
            <a:avLst/>
          </a:prstGeom>
          <a:solidFill>
            <a:srgbClr val="D5202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2" name="Text 20"/>
          <p:cNvSpPr/>
          <p:nvPr/>
        </p:nvSpPr>
        <p:spPr>
          <a:xfrm>
            <a:off x="713232" y="4572000"/>
            <a:ext cx="4882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450" b="1" noProof="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 e fechamento da garra</a:t>
            </a:r>
            <a:endParaRPr lang="pt-BR" sz="1450" noProof="0" dirty="0"/>
          </a:p>
        </p:txBody>
      </p:sp>
      <p:sp>
        <p:nvSpPr>
          <p:cNvPr id="23" name="Text 21"/>
          <p:cNvSpPr/>
          <p:nvPr/>
        </p:nvSpPr>
        <p:spPr>
          <a:xfrm>
            <a:off x="713232" y="4983480"/>
            <a:ext cx="48828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pt-BR" sz="1200" noProof="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botão central alterna entre abrir e fechar a garra, com o estado exibido em tempo real na tela do hub.</a:t>
            </a:r>
            <a:endParaRPr lang="pt-BR" sz="1200" noProof="0" dirty="0"/>
          </a:p>
        </p:txBody>
      </p:sp>
      <p:sp>
        <p:nvSpPr>
          <p:cNvPr id="24" name="Shape 22"/>
          <p:cNvSpPr/>
          <p:nvPr/>
        </p:nvSpPr>
        <p:spPr>
          <a:xfrm>
            <a:off x="6309360" y="406908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B9B9B">
                <a:alpha val="30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Shape 23"/>
          <p:cNvSpPr/>
          <p:nvPr/>
        </p:nvSpPr>
        <p:spPr>
          <a:xfrm>
            <a:off x="6565392" y="4297680"/>
            <a:ext cx="109728" cy="109728"/>
          </a:xfrm>
          <a:prstGeom prst="ellipse">
            <a:avLst/>
          </a:prstGeom>
          <a:solidFill>
            <a:srgbClr val="FFCC00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6" name="Shape 24"/>
          <p:cNvSpPr/>
          <p:nvPr/>
        </p:nvSpPr>
        <p:spPr>
          <a:xfrm>
            <a:off x="6766560" y="4297680"/>
            <a:ext cx="109728" cy="109728"/>
          </a:xfrm>
          <a:prstGeom prst="ellipse">
            <a:avLst/>
          </a:prstGeom>
          <a:solidFill>
            <a:srgbClr val="FFCC00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7" name="Text 25"/>
          <p:cNvSpPr/>
          <p:nvPr/>
        </p:nvSpPr>
        <p:spPr>
          <a:xfrm>
            <a:off x="6565392" y="4572000"/>
            <a:ext cx="4882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450" b="1" noProof="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Proteção mecânica e feedback visual</a:t>
            </a:r>
            <a:endParaRPr lang="pt-BR" sz="1450" noProof="0" dirty="0"/>
          </a:p>
        </p:txBody>
      </p:sp>
      <p:sp>
        <p:nvSpPr>
          <p:cNvPr id="28" name="Text 26"/>
          <p:cNvSpPr/>
          <p:nvPr/>
        </p:nvSpPr>
        <p:spPr>
          <a:xfrm>
            <a:off x="6565392" y="4983480"/>
            <a:ext cx="48828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pt-BR" sz="1200" noProof="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de torque evita esmagar objetos ou forçar o motor; a tela mostra ícones de direção e o estado da garra.</a:t>
            </a:r>
            <a:endParaRPr lang="pt-BR" sz="12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118872"/>
          </a:xfrm>
          <a:prstGeom prst="ellipse">
            <a:avLst/>
          </a:prstGeom>
          <a:solidFill>
            <a:srgbClr val="D5202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722376" y="457200"/>
            <a:ext cx="118872" cy="118872"/>
          </a:xfrm>
          <a:prstGeom prst="ellipse">
            <a:avLst/>
          </a:prstGeom>
          <a:solidFill>
            <a:srgbClr val="D5202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2"/>
          <p:cNvSpPr/>
          <p:nvPr/>
        </p:nvSpPr>
        <p:spPr>
          <a:xfrm>
            <a:off x="941832" y="457200"/>
            <a:ext cx="118872" cy="118872"/>
          </a:xfrm>
          <a:prstGeom prst="ellipse">
            <a:avLst/>
          </a:prstGeom>
          <a:solidFill>
            <a:srgbClr val="D5202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kern="0" spc="200" noProof="0" dirty="0">
                <a:solidFill>
                  <a:srgbClr val="D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· 02</a:t>
            </a:r>
            <a:endParaRPr lang="pt-BR" sz="1200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3400" b="1" noProof="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Problemas e Desafios</a:t>
            </a:r>
            <a:endParaRPr lang="pt-BR" sz="3400" noProof="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DE FERRO  •  ROBOT ARM EV3</a:t>
            </a:r>
            <a:endParaRPr lang="pt-BR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BR" sz="900" noProof="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pt-BR" sz="900" noProof="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B9B9B">
                <a:alpha val="30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713232" y="2194560"/>
            <a:ext cx="109728" cy="109728"/>
          </a:xfrm>
          <a:prstGeom prst="ellipse">
            <a:avLst/>
          </a:prstGeom>
          <a:solidFill>
            <a:srgbClr val="D5202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Shape 9"/>
          <p:cNvSpPr/>
          <p:nvPr/>
        </p:nvSpPr>
        <p:spPr>
          <a:xfrm>
            <a:off x="914400" y="2194560"/>
            <a:ext cx="109728" cy="109728"/>
          </a:xfrm>
          <a:prstGeom prst="ellipse">
            <a:avLst/>
          </a:prstGeom>
          <a:solidFill>
            <a:srgbClr val="D5202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/>
          <p:nvPr/>
        </p:nvSpPr>
        <p:spPr>
          <a:xfrm>
            <a:off x="713232" y="2468880"/>
            <a:ext cx="4882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450" b="1" noProof="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Imagem ISO incompatível</a:t>
            </a:r>
            <a:endParaRPr lang="pt-BR" sz="1450" noProof="0" dirty="0"/>
          </a:p>
        </p:txBody>
      </p:sp>
      <p:sp>
        <p:nvSpPr>
          <p:cNvPr id="13" name="Text 11"/>
          <p:cNvSpPr/>
          <p:nvPr/>
        </p:nvSpPr>
        <p:spPr>
          <a:xfrm>
            <a:off x="713232" y="2880360"/>
            <a:ext cx="48828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pt-BR" sz="1200" noProof="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conseguimos gravar, com o </a:t>
            </a:r>
            <a:r>
              <a:rPr lang="pt-BR" sz="1200" noProof="0" dirty="0" err="1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Balena</a:t>
            </a:r>
            <a:r>
              <a:rPr lang="pt-BR" sz="1200" noProof="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200" noProof="0" dirty="0" err="1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Etcher</a:t>
            </a:r>
            <a:r>
              <a:rPr lang="pt-BR" sz="1200" noProof="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uma imagem ISO do </a:t>
            </a:r>
            <a:r>
              <a:rPr lang="pt-BR" sz="1200" noProof="0" dirty="0" err="1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Pybricks</a:t>
            </a:r>
            <a:r>
              <a:rPr lang="pt-BR" sz="1200" noProof="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compatível com o cartão SD do EV3.</a:t>
            </a:r>
            <a:endParaRPr lang="pt-BR" sz="1200" noProof="0" dirty="0"/>
          </a:p>
        </p:txBody>
      </p:sp>
      <p:sp>
        <p:nvSpPr>
          <p:cNvPr id="14" name="Shape 12"/>
          <p:cNvSpPr/>
          <p:nvPr/>
        </p:nvSpPr>
        <p:spPr>
          <a:xfrm>
            <a:off x="6309360" y="196596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B9B9B">
                <a:alpha val="30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3"/>
          <p:cNvSpPr/>
          <p:nvPr/>
        </p:nvSpPr>
        <p:spPr>
          <a:xfrm>
            <a:off x="6565392" y="2194560"/>
            <a:ext cx="109728" cy="109728"/>
          </a:xfrm>
          <a:prstGeom prst="ellipse">
            <a:avLst/>
          </a:prstGeom>
          <a:solidFill>
            <a:srgbClr val="FFCC00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Shape 14"/>
          <p:cNvSpPr/>
          <p:nvPr/>
        </p:nvSpPr>
        <p:spPr>
          <a:xfrm>
            <a:off x="6766560" y="2194560"/>
            <a:ext cx="109728" cy="109728"/>
          </a:xfrm>
          <a:prstGeom prst="ellipse">
            <a:avLst/>
          </a:prstGeom>
          <a:solidFill>
            <a:srgbClr val="FFCC00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6565392" y="2468880"/>
            <a:ext cx="4882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450" b="1" noProof="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com quatro cartões SD</a:t>
            </a:r>
            <a:endParaRPr lang="pt-BR" sz="1450" noProof="0" dirty="0"/>
          </a:p>
        </p:txBody>
      </p:sp>
      <p:sp>
        <p:nvSpPr>
          <p:cNvPr id="18" name="Text 16"/>
          <p:cNvSpPr/>
          <p:nvPr/>
        </p:nvSpPr>
        <p:spPr>
          <a:xfrm>
            <a:off x="6565392" y="2880360"/>
            <a:ext cx="48828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pt-BR" sz="1200" noProof="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Testamos quatro cartões diferentes (dois comprados novos e dois já utilizados, sendo um corrompido e outro sem funcionamento identificado), sem sucesso em nenhum deles.</a:t>
            </a:r>
            <a:endParaRPr lang="pt-BR" sz="1200" noProof="0" dirty="0"/>
          </a:p>
        </p:txBody>
      </p:sp>
      <p:sp>
        <p:nvSpPr>
          <p:cNvPr id="19" name="Shape 17"/>
          <p:cNvSpPr/>
          <p:nvPr/>
        </p:nvSpPr>
        <p:spPr>
          <a:xfrm>
            <a:off x="457200" y="406908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B9B9B">
                <a:alpha val="30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8"/>
          <p:cNvSpPr/>
          <p:nvPr/>
        </p:nvSpPr>
        <p:spPr>
          <a:xfrm>
            <a:off x="713232" y="4297680"/>
            <a:ext cx="109728" cy="109728"/>
          </a:xfrm>
          <a:prstGeom prst="ellipse">
            <a:avLst/>
          </a:prstGeom>
          <a:solidFill>
            <a:srgbClr val="D5202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Shape 19"/>
          <p:cNvSpPr/>
          <p:nvPr/>
        </p:nvSpPr>
        <p:spPr>
          <a:xfrm>
            <a:off x="914400" y="4297680"/>
            <a:ext cx="109728" cy="109728"/>
          </a:xfrm>
          <a:prstGeom prst="ellipse">
            <a:avLst/>
          </a:prstGeom>
          <a:solidFill>
            <a:srgbClr val="D5202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2" name="Text 20"/>
          <p:cNvSpPr/>
          <p:nvPr/>
        </p:nvSpPr>
        <p:spPr>
          <a:xfrm>
            <a:off x="713232" y="4572000"/>
            <a:ext cx="4882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450" b="1" noProof="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 do hub sem resposta</a:t>
            </a:r>
            <a:endParaRPr lang="pt-BR" sz="1450" noProof="0" dirty="0"/>
          </a:p>
        </p:txBody>
      </p:sp>
      <p:sp>
        <p:nvSpPr>
          <p:cNvPr id="23" name="Text 21"/>
          <p:cNvSpPr/>
          <p:nvPr/>
        </p:nvSpPr>
        <p:spPr>
          <a:xfrm>
            <a:off x="713232" y="4983480"/>
            <a:ext cx="48828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pt-BR" sz="1200" noProof="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com um cartão funcional, uma das portas do hub parecia não responder ao executar o código.</a:t>
            </a:r>
            <a:endParaRPr lang="pt-BR" sz="1200" noProof="0" dirty="0"/>
          </a:p>
        </p:txBody>
      </p:sp>
      <p:sp>
        <p:nvSpPr>
          <p:cNvPr id="24" name="Shape 22"/>
          <p:cNvSpPr/>
          <p:nvPr/>
        </p:nvSpPr>
        <p:spPr>
          <a:xfrm>
            <a:off x="6309360" y="406908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B9B9B">
                <a:alpha val="30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Shape 23"/>
          <p:cNvSpPr/>
          <p:nvPr/>
        </p:nvSpPr>
        <p:spPr>
          <a:xfrm>
            <a:off x="6565392" y="4297680"/>
            <a:ext cx="109728" cy="109728"/>
          </a:xfrm>
          <a:prstGeom prst="ellipse">
            <a:avLst/>
          </a:prstGeom>
          <a:solidFill>
            <a:srgbClr val="FFCC00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6" name="Shape 24"/>
          <p:cNvSpPr/>
          <p:nvPr/>
        </p:nvSpPr>
        <p:spPr>
          <a:xfrm>
            <a:off x="6766560" y="4297680"/>
            <a:ext cx="109728" cy="109728"/>
          </a:xfrm>
          <a:prstGeom prst="ellipse">
            <a:avLst/>
          </a:prstGeom>
          <a:solidFill>
            <a:srgbClr val="FFCC00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7" name="Text 25"/>
          <p:cNvSpPr/>
          <p:nvPr/>
        </p:nvSpPr>
        <p:spPr>
          <a:xfrm>
            <a:off x="6565392" y="4572000"/>
            <a:ext cx="4882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450" b="1" noProof="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Isolamento da falha</a:t>
            </a:r>
            <a:endParaRPr lang="pt-BR" sz="1450" noProof="0" dirty="0"/>
          </a:p>
        </p:txBody>
      </p:sp>
      <p:sp>
        <p:nvSpPr>
          <p:cNvPr id="28" name="Text 26"/>
          <p:cNvSpPr/>
          <p:nvPr/>
        </p:nvSpPr>
        <p:spPr>
          <a:xfrm>
            <a:off x="6565392" y="4983480"/>
            <a:ext cx="48828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pt-BR" sz="1200" noProof="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isolar o problema, testamos manualmente todas as portas de motores e de sensores até localizar a entrada com falha.</a:t>
            </a:r>
            <a:endParaRPr lang="pt-BR" sz="12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118872"/>
          </a:xfrm>
          <a:prstGeom prst="ellipse">
            <a:avLst/>
          </a:prstGeom>
          <a:solidFill>
            <a:srgbClr val="D5202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722376" y="457200"/>
            <a:ext cx="118872" cy="118872"/>
          </a:xfrm>
          <a:prstGeom prst="ellipse">
            <a:avLst/>
          </a:prstGeom>
          <a:solidFill>
            <a:srgbClr val="D5202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2"/>
          <p:cNvSpPr/>
          <p:nvPr/>
        </p:nvSpPr>
        <p:spPr>
          <a:xfrm>
            <a:off x="941832" y="457200"/>
            <a:ext cx="118872" cy="118872"/>
          </a:xfrm>
          <a:prstGeom prst="ellipse">
            <a:avLst/>
          </a:prstGeom>
          <a:solidFill>
            <a:srgbClr val="D5202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kern="0" spc="200" noProof="0" dirty="0">
                <a:solidFill>
                  <a:srgbClr val="D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· 03</a:t>
            </a:r>
            <a:endParaRPr lang="pt-BR" sz="1200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3400" b="1" noProof="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Conhecimento e Experiência Adquirida</a:t>
            </a:r>
            <a:endParaRPr lang="pt-BR" sz="3400" noProof="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DE FERRO  •  ROBOT ARM EV3</a:t>
            </a:r>
            <a:endParaRPr lang="pt-BR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BR" sz="900" noProof="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pt-BR" sz="900" noProof="0" dirty="0"/>
          </a:p>
        </p:txBody>
      </p:sp>
      <p:sp>
        <p:nvSpPr>
          <p:cNvPr id="14" name="Shape 12"/>
          <p:cNvSpPr/>
          <p:nvPr/>
        </p:nvSpPr>
        <p:spPr>
          <a:xfrm>
            <a:off x="457200" y="1965960"/>
            <a:ext cx="112471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B9B9B">
                <a:alpha val="30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3"/>
          <p:cNvSpPr/>
          <p:nvPr/>
        </p:nvSpPr>
        <p:spPr>
          <a:xfrm>
            <a:off x="713232" y="2194560"/>
            <a:ext cx="109728" cy="109728"/>
          </a:xfrm>
          <a:prstGeom prst="ellipse">
            <a:avLst/>
          </a:prstGeom>
          <a:solidFill>
            <a:srgbClr val="FFCC00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Shape 14"/>
          <p:cNvSpPr/>
          <p:nvPr/>
        </p:nvSpPr>
        <p:spPr>
          <a:xfrm>
            <a:off x="914400" y="2194560"/>
            <a:ext cx="109728" cy="109728"/>
          </a:xfrm>
          <a:prstGeom prst="ellipse">
            <a:avLst/>
          </a:prstGeom>
          <a:solidFill>
            <a:srgbClr val="FFCC00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713232" y="2468880"/>
            <a:ext cx="4882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compatibilidade antes</a:t>
            </a:r>
            <a:endParaRPr lang="pt-BR" sz="1600" noProof="0" dirty="0"/>
          </a:p>
        </p:txBody>
      </p:sp>
      <p:sp>
        <p:nvSpPr>
          <p:cNvPr id="18" name="Text 16"/>
          <p:cNvSpPr/>
          <p:nvPr/>
        </p:nvSpPr>
        <p:spPr>
          <a:xfrm>
            <a:off x="713232" y="2880360"/>
            <a:ext cx="107350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pt-BR" sz="1400" noProof="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adquirir qualquer componente, é importante verificar profundamente sua compatibilidade e suas especificações técnicas para evitar retrabalho com testes sem garantia de funcionamento.</a:t>
            </a:r>
          </a:p>
        </p:txBody>
      </p:sp>
      <p:sp>
        <p:nvSpPr>
          <p:cNvPr id="19" name="Shape 17"/>
          <p:cNvSpPr/>
          <p:nvPr/>
        </p:nvSpPr>
        <p:spPr>
          <a:xfrm>
            <a:off x="457200" y="4069080"/>
            <a:ext cx="112471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B9B9B">
                <a:alpha val="30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8"/>
          <p:cNvSpPr/>
          <p:nvPr/>
        </p:nvSpPr>
        <p:spPr>
          <a:xfrm>
            <a:off x="713232" y="4297680"/>
            <a:ext cx="109728" cy="109728"/>
          </a:xfrm>
          <a:prstGeom prst="ellipse">
            <a:avLst/>
          </a:prstGeom>
          <a:solidFill>
            <a:srgbClr val="D5202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Shape 19"/>
          <p:cNvSpPr/>
          <p:nvPr/>
        </p:nvSpPr>
        <p:spPr>
          <a:xfrm>
            <a:off x="914400" y="4297680"/>
            <a:ext cx="109728" cy="109728"/>
          </a:xfrm>
          <a:prstGeom prst="ellipse">
            <a:avLst/>
          </a:prstGeom>
          <a:solidFill>
            <a:srgbClr val="D5202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2" name="Text 20"/>
          <p:cNvSpPr/>
          <p:nvPr/>
        </p:nvSpPr>
        <p:spPr>
          <a:xfrm>
            <a:off x="713232" y="4572000"/>
            <a:ext cx="4882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 orientação técnica</a:t>
            </a:r>
            <a:endParaRPr lang="pt-BR" sz="1600" noProof="0" dirty="0"/>
          </a:p>
        </p:txBody>
      </p:sp>
      <p:sp>
        <p:nvSpPr>
          <p:cNvPr id="23" name="Text 21"/>
          <p:cNvSpPr/>
          <p:nvPr/>
        </p:nvSpPr>
        <p:spPr>
          <a:xfrm>
            <a:off x="713232" y="4983480"/>
            <a:ext cx="107350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pt-BR" sz="1400" noProof="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orientação com alguém que tenha mais conhecimento técnico pode resolver rapidamente problemas que pareciam difíceis de solucionar para a equipe</a:t>
            </a:r>
            <a:r>
              <a:rPr lang="pt-BR" sz="1200" noProof="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118872"/>
          </a:xfrm>
          <a:prstGeom prst="ellipse">
            <a:avLst/>
          </a:prstGeom>
          <a:solidFill>
            <a:srgbClr val="D5202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722376" y="457200"/>
            <a:ext cx="118872" cy="118872"/>
          </a:xfrm>
          <a:prstGeom prst="ellipse">
            <a:avLst/>
          </a:prstGeom>
          <a:solidFill>
            <a:srgbClr val="D5202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2"/>
          <p:cNvSpPr/>
          <p:nvPr/>
        </p:nvSpPr>
        <p:spPr>
          <a:xfrm>
            <a:off x="941832" y="457200"/>
            <a:ext cx="118872" cy="118872"/>
          </a:xfrm>
          <a:prstGeom prst="ellipse">
            <a:avLst/>
          </a:prstGeom>
          <a:solidFill>
            <a:srgbClr val="D5202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kern="0" spc="200" noProof="0" dirty="0">
                <a:solidFill>
                  <a:srgbClr val="D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· 04</a:t>
            </a:r>
            <a:endParaRPr lang="pt-BR" sz="1200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3400" b="1" noProof="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Obtidos</a:t>
            </a:r>
            <a:endParaRPr lang="pt-BR" sz="3400" noProof="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DE FERRO  •  ROBOT ARM EV3</a:t>
            </a:r>
            <a:endParaRPr lang="pt-BR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BR" sz="900" noProof="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pt-BR" sz="900" noProof="0" dirty="0"/>
          </a:p>
        </p:txBody>
      </p:sp>
      <p:sp>
        <p:nvSpPr>
          <p:cNvPr id="18" name="Shape 15"/>
          <p:cNvSpPr/>
          <p:nvPr/>
        </p:nvSpPr>
        <p:spPr>
          <a:xfrm rot="5400000">
            <a:off x="9025128" y="3639312"/>
            <a:ext cx="365760" cy="402336"/>
          </a:xfrm>
          <a:prstGeom prst="triangle">
            <a:avLst/>
          </a:prstGeom>
          <a:solidFill>
            <a:srgbClr val="1A1B1F"/>
          </a:solidFill>
          <a:ln/>
        </p:spPr>
        <p:txBody>
          <a:bodyPr/>
          <a:lstStyle/>
          <a:p>
            <a:endParaRPr lang="pt-BR" noProof="0" dirty="0"/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64F398D1-B571-5EDE-5C5A-EC977D449C8C}"/>
              </a:ext>
            </a:extLst>
          </p:cNvPr>
          <p:cNvGrpSpPr/>
          <p:nvPr/>
        </p:nvGrpSpPr>
        <p:grpSpPr>
          <a:xfrm>
            <a:off x="902488" y="1791976"/>
            <a:ext cx="3621542" cy="4114800"/>
            <a:chOff x="372489" y="1938032"/>
            <a:chExt cx="3621542" cy="4114800"/>
          </a:xfrm>
        </p:grpSpPr>
        <p:sp>
          <p:nvSpPr>
            <p:cNvPr id="9" name="Shape 7"/>
            <p:cNvSpPr/>
            <p:nvPr/>
          </p:nvSpPr>
          <p:spPr>
            <a:xfrm>
              <a:off x="372489" y="1938032"/>
              <a:ext cx="3621542" cy="4114800"/>
            </a:xfrm>
            <a:prstGeom prst="roundRect">
              <a:avLst>
                <a:gd name="adj" fmla="val 2222"/>
              </a:avLst>
            </a:prstGeom>
            <a:solidFill>
              <a:srgbClr val="E4E5E9"/>
            </a:solidFill>
            <a:ln w="19050">
              <a:solidFill>
                <a:srgbClr val="B9BBC2"/>
              </a:solidFill>
              <a:prstDash val="dash"/>
            </a:ln>
          </p:spPr>
          <p:txBody>
            <a:bodyPr/>
            <a:lstStyle/>
            <a:p>
              <a:endParaRPr lang="pt-BR" noProof="0" dirty="0"/>
            </a:p>
          </p:txBody>
        </p:sp>
        <p:pic>
          <p:nvPicPr>
            <p:cNvPr id="21" name="Imagem 20">
              <a:extLst>
                <a:ext uri="{FF2B5EF4-FFF2-40B4-BE49-F238E27FC236}">
                  <a16:creationId xmlns:a16="http://schemas.microsoft.com/office/drawing/2014/main" id="{819140F5-FE95-69DD-F0DA-CF1225545E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5356" y="2184425"/>
              <a:ext cx="3095808" cy="3622015"/>
            </a:xfrm>
            <a:prstGeom prst="rect">
              <a:avLst/>
            </a:prstGeom>
          </p:spPr>
        </p:pic>
      </p:grpSp>
      <p:sp>
        <p:nvSpPr>
          <p:cNvPr id="12" name="Shape 9"/>
          <p:cNvSpPr/>
          <p:nvPr/>
        </p:nvSpPr>
        <p:spPr>
          <a:xfrm>
            <a:off x="4819872" y="1774184"/>
            <a:ext cx="6469639" cy="4114800"/>
          </a:xfrm>
          <a:prstGeom prst="roundRect">
            <a:avLst>
              <a:gd name="adj" fmla="val 2222"/>
            </a:avLst>
          </a:prstGeom>
          <a:solidFill>
            <a:srgbClr val="1A1B1F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22" name="Mídia Online 21" title="Projeto de Braço Robótico – LEGO MINDSTORMS EV3">
            <a:hlinkClick r:id="" action="ppaction://media"/>
            <a:extLst>
              <a:ext uri="{FF2B5EF4-FFF2-40B4-BE49-F238E27FC236}">
                <a16:creationId xmlns:a16="http://schemas.microsoft.com/office/drawing/2014/main" id="{8FD14DF7-AFAA-422B-A592-E4F5364ABAE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5044159" y="2038369"/>
            <a:ext cx="6005279" cy="36220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18872" cy="118872"/>
          </a:xfrm>
          <a:prstGeom prst="ellipse">
            <a:avLst/>
          </a:prstGeom>
          <a:solidFill>
            <a:srgbClr val="FFCC00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722376" y="502920"/>
            <a:ext cx="118872" cy="118872"/>
          </a:xfrm>
          <a:prstGeom prst="ellipse">
            <a:avLst/>
          </a:prstGeom>
          <a:solidFill>
            <a:srgbClr val="FFCC00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2"/>
          <p:cNvSpPr/>
          <p:nvPr/>
        </p:nvSpPr>
        <p:spPr>
          <a:xfrm>
            <a:off x="941832" y="502920"/>
            <a:ext cx="118872" cy="118872"/>
          </a:xfrm>
          <a:prstGeom prst="ellipse">
            <a:avLst/>
          </a:prstGeom>
          <a:solidFill>
            <a:srgbClr val="FFCC00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kern="0" spc="200" noProof="0" dirty="0">
                <a:solidFill>
                  <a:srgbClr val="D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pt-BR" sz="1200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34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</a:t>
            </a:r>
            <a:endParaRPr lang="pt-BR" sz="3400" noProof="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B9B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DE FERRO  •  ROBOT ARM EV3</a:t>
            </a:r>
            <a:endParaRPr lang="pt-BR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BR" sz="900" noProof="0" dirty="0">
                <a:solidFill>
                  <a:srgbClr val="B9B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pt-BR" sz="900" noProof="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66751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35000"/>
              </a:lnSpc>
              <a:buNone/>
            </a:pPr>
            <a:r>
              <a:rPr lang="pt-BR" sz="1550" noProof="0" dirty="0">
                <a:solidFill>
                  <a:srgbClr val="E7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compatibilidade do cartão SD quase travou o projeto antes mesmo da primeira linha de código ser testada.</a:t>
            </a:r>
            <a:endParaRPr lang="pt-BR" sz="1550" dirty="0">
              <a:solidFill>
                <a:srgbClr val="E7E7E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lnSpc>
                <a:spcPct val="135000"/>
              </a:lnSpc>
              <a:buNone/>
            </a:pPr>
            <a:endParaRPr lang="pt-BR" sz="1550" noProof="0" dirty="0"/>
          </a:p>
          <a:p>
            <a:pPr marL="0" indent="0" algn="just">
              <a:lnSpc>
                <a:spcPct val="135000"/>
              </a:lnSpc>
              <a:buNone/>
            </a:pPr>
            <a:r>
              <a:rPr lang="pt-BR" sz="1550" noProof="0" dirty="0">
                <a:solidFill>
                  <a:srgbClr val="E7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Conseguimos implementar a definição da posição inicial de cada eixo, o controle manual do braço, da base e da garra, e as proteções mecânicas do sistema, entregando um protótipo funcional e seguro de operar. Cada dificuldade enfrentada, técnica ou de infraestrutura, reforçou a importância do planejamento, da pesquisa prévia e do trabalho colaborativo para o sucesso do projeto.</a:t>
            </a:r>
            <a:endParaRPr lang="pt-BR" sz="1550" noProof="0" dirty="0"/>
          </a:p>
        </p:txBody>
      </p:sp>
      <p:sp>
        <p:nvSpPr>
          <p:cNvPr id="11" name="Shape 8"/>
          <p:cNvSpPr/>
          <p:nvPr/>
        </p:nvSpPr>
        <p:spPr>
          <a:xfrm>
            <a:off x="11000232" y="5806440"/>
            <a:ext cx="137160" cy="137160"/>
          </a:xfrm>
          <a:prstGeom prst="ellipse">
            <a:avLst/>
          </a:prstGeom>
          <a:solidFill>
            <a:srgbClr val="D5202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Shape 9"/>
          <p:cNvSpPr/>
          <p:nvPr/>
        </p:nvSpPr>
        <p:spPr>
          <a:xfrm>
            <a:off x="11237976" y="5806440"/>
            <a:ext cx="137160" cy="137160"/>
          </a:xfrm>
          <a:prstGeom prst="ellipse">
            <a:avLst/>
          </a:prstGeom>
          <a:solidFill>
            <a:srgbClr val="D5202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Shape 10"/>
          <p:cNvSpPr/>
          <p:nvPr/>
        </p:nvSpPr>
        <p:spPr>
          <a:xfrm>
            <a:off x="11475720" y="5806440"/>
            <a:ext cx="137160" cy="137160"/>
          </a:xfrm>
          <a:prstGeom prst="ellipse">
            <a:avLst/>
          </a:prstGeom>
          <a:solidFill>
            <a:srgbClr val="D5202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Shape 11"/>
          <p:cNvSpPr/>
          <p:nvPr/>
        </p:nvSpPr>
        <p:spPr>
          <a:xfrm>
            <a:off x="11000232" y="6044184"/>
            <a:ext cx="137160" cy="137160"/>
          </a:xfrm>
          <a:prstGeom prst="ellipse">
            <a:avLst/>
          </a:prstGeom>
          <a:solidFill>
            <a:srgbClr val="D5202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2"/>
          <p:cNvSpPr/>
          <p:nvPr/>
        </p:nvSpPr>
        <p:spPr>
          <a:xfrm>
            <a:off x="11237976" y="6044184"/>
            <a:ext cx="137160" cy="137160"/>
          </a:xfrm>
          <a:prstGeom prst="ellipse">
            <a:avLst/>
          </a:prstGeom>
          <a:solidFill>
            <a:srgbClr val="D5202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Shape 13"/>
          <p:cNvSpPr/>
          <p:nvPr/>
        </p:nvSpPr>
        <p:spPr>
          <a:xfrm>
            <a:off x="11475720" y="6044184"/>
            <a:ext cx="137160" cy="137160"/>
          </a:xfrm>
          <a:prstGeom prst="ellipse">
            <a:avLst/>
          </a:prstGeom>
          <a:solidFill>
            <a:srgbClr val="D5202B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0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flipH="1">
            <a:off x="7772400" y="2747699"/>
            <a:ext cx="3953330" cy="265190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118872"/>
          </a:xfrm>
          <a:prstGeom prst="ellipse">
            <a:avLst/>
          </a:prstGeom>
          <a:solidFill>
            <a:srgbClr val="D5202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722376" y="457200"/>
            <a:ext cx="118872" cy="118872"/>
          </a:xfrm>
          <a:prstGeom prst="ellipse">
            <a:avLst/>
          </a:prstGeom>
          <a:solidFill>
            <a:srgbClr val="D5202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2"/>
          <p:cNvSpPr/>
          <p:nvPr/>
        </p:nvSpPr>
        <p:spPr>
          <a:xfrm>
            <a:off x="941832" y="457200"/>
            <a:ext cx="118872" cy="118872"/>
          </a:xfrm>
          <a:prstGeom prst="ellipse">
            <a:avLst/>
          </a:prstGeom>
          <a:solidFill>
            <a:srgbClr val="D5202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kern="0" spc="200" noProof="0" dirty="0">
                <a:solidFill>
                  <a:srgbClr val="D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DO PROJETO</a:t>
            </a:r>
            <a:endParaRPr lang="pt-BR" sz="1200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3400" b="1" noProof="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e YouTube</a:t>
            </a:r>
            <a:endParaRPr lang="pt-BR" sz="3400" noProof="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DE FERRO  •  ROBOT ARM EV3</a:t>
            </a:r>
            <a:endParaRPr lang="pt-BR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BR" sz="900" noProof="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pt-BR" sz="900" noProof="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539496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B9BBC2"/>
            </a:solidFill>
            <a:prstDash val="dash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777240" y="2606040"/>
            <a:ext cx="640080" cy="640080"/>
          </a:xfrm>
          <a:prstGeom prst="ellipse">
            <a:avLst/>
          </a:prstGeom>
          <a:solidFill>
            <a:srgbClr val="FFCC00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1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04480" y="2733280"/>
            <a:ext cx="385601" cy="38560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7240" y="34290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kern="0" spc="120" noProof="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GITHUB</a:t>
            </a:r>
            <a:endParaRPr lang="pt-BR" sz="1200" noProof="0" dirty="0"/>
          </a:p>
        </p:txBody>
      </p:sp>
      <p:sp>
        <p:nvSpPr>
          <p:cNvPr id="13" name="Text 10"/>
          <p:cNvSpPr/>
          <p:nvPr/>
        </p:nvSpPr>
        <p:spPr>
          <a:xfrm>
            <a:off x="777240" y="37947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Inserir link do repositório GitHub ]</a:t>
            </a:r>
            <a:endParaRPr lang="pt-BR" sz="1300" noProof="0" dirty="0"/>
          </a:p>
        </p:txBody>
      </p:sp>
      <p:sp>
        <p:nvSpPr>
          <p:cNvPr id="14" name="Shape 11"/>
          <p:cNvSpPr/>
          <p:nvPr/>
        </p:nvSpPr>
        <p:spPr>
          <a:xfrm>
            <a:off x="6309360" y="2286000"/>
            <a:ext cx="539496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B9BBC2"/>
            </a:solidFill>
            <a:prstDash val="dash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2"/>
          <p:cNvSpPr/>
          <p:nvPr/>
        </p:nvSpPr>
        <p:spPr>
          <a:xfrm>
            <a:off x="6629400" y="2606040"/>
            <a:ext cx="640080" cy="640080"/>
          </a:xfrm>
          <a:prstGeom prst="ellipse">
            <a:avLst/>
          </a:prstGeom>
          <a:solidFill>
            <a:srgbClr val="D5202B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6" name="Image 1" descr="/home/claude/icon_youtub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4052" y="2730692"/>
            <a:ext cx="390777" cy="39077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629400" y="34290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kern="0" spc="120" noProof="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NO YOUTUBE</a:t>
            </a:r>
            <a:endParaRPr lang="pt-BR" sz="1200" noProof="0" dirty="0"/>
          </a:p>
        </p:txBody>
      </p:sp>
      <p:sp>
        <p:nvSpPr>
          <p:cNvPr id="18" name="Text 14">
            <a:hlinkClick r:id="rId5"/>
          </p:cNvPr>
          <p:cNvSpPr/>
          <p:nvPr/>
        </p:nvSpPr>
        <p:spPr>
          <a:xfrm>
            <a:off x="6629400" y="37947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00" u="sng" noProof="0" dirty="0">
                <a:solidFill>
                  <a:srgbClr val="D5202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https://www.youtube.com/watch?v=wm_Ol1k0OQg</a:t>
            </a:r>
            <a:endParaRPr lang="pt-BR" sz="13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849</Words>
  <Application>Microsoft Office PowerPoint</Application>
  <PresentationFormat>Widescreen</PresentationFormat>
  <Paragraphs>108</Paragraphs>
  <Slides>11</Slides>
  <Notes>11</Notes>
  <HiddenSlides>0</HiddenSlides>
  <MMClips>1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Natan Maurício</cp:lastModifiedBy>
  <cp:revision>1</cp:revision>
  <dcterms:created xsi:type="dcterms:W3CDTF">2026-09-17T14:49:42Z</dcterms:created>
  <dcterms:modified xsi:type="dcterms:W3CDTF">2026-09-17T16:08:45Z</dcterms:modified>
</cp:coreProperties>
</file>